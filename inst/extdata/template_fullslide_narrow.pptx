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63"/>
    <p:restoredTop sz="94694"/>
  </p:normalViewPr>
  <p:slideViewPr>
    <p:cSldViewPr snapToGrid="0" snapToObjects="1">
      <p:cViewPr varScale="1">
        <p:scale>
          <a:sx n="67" d="100"/>
          <a:sy n="67" d="100"/>
        </p:scale>
        <p:origin x="176" y="3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8/10/relationships/authors" Target="author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E07EA18-F774-5352-DF7D-C871920DBEBB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1894800" y="1807200"/>
            <a:ext cx="8352000" cy="4284662"/>
          </a:xfrm>
        </p:spPr>
        <p:txBody>
          <a:bodyPr/>
          <a:lstStyle/>
          <a:p>
            <a:r>
              <a:rPr lang="en-GB" dirty="0"/>
              <a:t>Click icon to add chart</a:t>
            </a:r>
            <a:endParaRPr lang="en-AU" dirty="0"/>
          </a:p>
        </p:txBody>
      </p:sp>
      <p:sp>
        <p:nvSpPr>
          <p:cNvPr id="4" name="Caption Placeholder 1">
            <a:extLst>
              <a:ext uri="{FF2B5EF4-FFF2-40B4-BE49-F238E27FC236}">
                <a16:creationId xmlns:a16="http://schemas.microsoft.com/office/drawing/2014/main" id="{532C8F0A-0D9B-4C4D-CC2B-EEF1FA341C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794EEF-8416-F4A3-9441-5437A54F0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3/12/2025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8878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Insert title</dc:title>
  <dc:creator>Kat Clay</dc:creator>
  <cp:lastModifiedBy>Matthew Bowes</cp:lastModifiedBy>
  <cp:revision>270</cp:revision>
  <dcterms:created xsi:type="dcterms:W3CDTF">2022-05-20T01:54:03Z</dcterms:created>
  <dcterms:modified xsi:type="dcterms:W3CDTF">2025-12-03T01:25:03Z</dcterms:modified>
</cp:coreProperties>
</file>