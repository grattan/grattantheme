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2226"/>
    <p:restoredTop sz="94653"/>
  </p:normalViewPr>
  <p:slideViewPr>
    <p:cSldViewPr snapToGrid="0" snapToObjects="1">
      <p:cViewPr varScale="1">
        <p:scale>
          <a:sx n="108" d="100"/>
          <a:sy n="108" d="100"/>
        </p:scale>
        <p:origin x="216" y="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8/10/relationships/authors" Target="author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12/3/25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12/3/25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12/3/25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5580000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558000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5572997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760239B-696E-22D0-6121-A723E5D1E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2727" y="1808825"/>
            <a:ext cx="5580000" cy="4284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3/12/2025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9310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Insert title</dc:title>
  <dc:creator>Kat Clay</dc:creator>
  <cp:lastModifiedBy>Matthew Bowes</cp:lastModifiedBy>
  <cp:revision>279</cp:revision>
  <dcterms:created xsi:type="dcterms:W3CDTF">2022-05-20T01:54:03Z</dcterms:created>
  <dcterms:modified xsi:type="dcterms:W3CDTF">2025-12-03T05:37:54Z</dcterms:modified>
</cp:coreProperties>
</file>