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201"/>
    <p:restoredTop sz="94653"/>
  </p:normalViewPr>
  <p:slideViewPr>
    <p:cSldViewPr snapToGrid="0" snapToObjects="1">
      <p:cViewPr>
        <p:scale>
          <a:sx n="72" d="100"/>
          <a:sy n="72" d="100"/>
        </p:scale>
        <p:origin x="144" y="3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55800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760239B-696E-22D0-6121-A723E5D1E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727" y="1808825"/>
            <a:ext cx="5580000" cy="428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3/12/2025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9071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Matthew Bowes</cp:lastModifiedBy>
  <cp:revision>278</cp:revision>
  <dcterms:created xsi:type="dcterms:W3CDTF">2022-05-20T01:54:03Z</dcterms:created>
  <dcterms:modified xsi:type="dcterms:W3CDTF">2025-12-03T01:37:07Z</dcterms:modified>
</cp:coreProperties>
</file>