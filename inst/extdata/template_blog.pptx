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Sz cx="8337550" cy="8337550"/>
  <p:notesSz cx="6858000" cy="9144000"/>
  <p:defaultTextStyle>
    <a:defPPr>
      <a:defRPr lang="en-US"/>
    </a:defPPr>
    <a:lvl1pPr marL="0" algn="l" defTabSz="435209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1pPr>
    <a:lvl2pPr marL="435209" algn="l" defTabSz="435209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2pPr>
    <a:lvl3pPr marL="870417" algn="l" defTabSz="435209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3pPr>
    <a:lvl4pPr marL="1305626" algn="l" defTabSz="435209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4pPr>
    <a:lvl5pPr marL="1740835" algn="l" defTabSz="435209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5pPr>
    <a:lvl6pPr marL="2176043" algn="l" defTabSz="435209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6pPr>
    <a:lvl7pPr marL="2611252" algn="l" defTabSz="435209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7pPr>
    <a:lvl8pPr marL="3046461" algn="l" defTabSz="435209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8pPr>
    <a:lvl9pPr marL="3481669" algn="l" defTabSz="435209" rtl="0" eaLnBrk="1" latinLnBrk="0" hangingPunct="1">
      <a:defRPr sz="171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8245"/>
    <p:restoredTop sz="94653"/>
  </p:normalViewPr>
  <p:slideViewPr>
    <p:cSldViewPr snapToGrid="0" snapToObjects="1">
      <p:cViewPr varScale="1">
        <p:scale>
          <a:sx n="100" d="100"/>
          <a:sy n="100" d="100"/>
        </p:scale>
        <p:origin x="2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8/10/relationships/authors" Target="author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0417" rtl="0" eaLnBrk="1" latinLnBrk="0" hangingPunct="1">
      <a:defRPr sz="1142" kern="1200">
        <a:solidFill>
          <a:schemeClr val="tx1"/>
        </a:solidFill>
        <a:latin typeface="+mn-lt"/>
        <a:ea typeface="+mn-ea"/>
        <a:cs typeface="+mn-cs"/>
      </a:defRPr>
    </a:lvl1pPr>
    <a:lvl2pPr marL="435209" algn="l" defTabSz="870417" rtl="0" eaLnBrk="1" latinLnBrk="0" hangingPunct="1">
      <a:defRPr sz="1142" kern="1200">
        <a:solidFill>
          <a:schemeClr val="tx1"/>
        </a:solidFill>
        <a:latin typeface="+mn-lt"/>
        <a:ea typeface="+mn-ea"/>
        <a:cs typeface="+mn-cs"/>
      </a:defRPr>
    </a:lvl2pPr>
    <a:lvl3pPr marL="870417" algn="l" defTabSz="870417" rtl="0" eaLnBrk="1" latinLnBrk="0" hangingPunct="1">
      <a:defRPr sz="1142" kern="1200">
        <a:solidFill>
          <a:schemeClr val="tx1"/>
        </a:solidFill>
        <a:latin typeface="+mn-lt"/>
        <a:ea typeface="+mn-ea"/>
        <a:cs typeface="+mn-cs"/>
      </a:defRPr>
    </a:lvl3pPr>
    <a:lvl4pPr marL="1305626" algn="l" defTabSz="870417" rtl="0" eaLnBrk="1" latinLnBrk="0" hangingPunct="1">
      <a:defRPr sz="1142" kern="1200">
        <a:solidFill>
          <a:schemeClr val="tx1"/>
        </a:solidFill>
        <a:latin typeface="+mn-lt"/>
        <a:ea typeface="+mn-ea"/>
        <a:cs typeface="+mn-cs"/>
      </a:defRPr>
    </a:lvl4pPr>
    <a:lvl5pPr marL="1740835" algn="l" defTabSz="870417" rtl="0" eaLnBrk="1" latinLnBrk="0" hangingPunct="1">
      <a:defRPr sz="1142" kern="1200">
        <a:solidFill>
          <a:schemeClr val="tx1"/>
        </a:solidFill>
        <a:latin typeface="+mn-lt"/>
        <a:ea typeface="+mn-ea"/>
        <a:cs typeface="+mn-cs"/>
      </a:defRPr>
    </a:lvl5pPr>
    <a:lvl6pPr marL="2176043" algn="l" defTabSz="870417" rtl="0" eaLnBrk="1" latinLnBrk="0" hangingPunct="1">
      <a:defRPr sz="1142" kern="1200">
        <a:solidFill>
          <a:schemeClr val="tx1"/>
        </a:solidFill>
        <a:latin typeface="+mn-lt"/>
        <a:ea typeface="+mn-ea"/>
        <a:cs typeface="+mn-cs"/>
      </a:defRPr>
    </a:lvl6pPr>
    <a:lvl7pPr marL="2611252" algn="l" defTabSz="870417" rtl="0" eaLnBrk="1" latinLnBrk="0" hangingPunct="1">
      <a:defRPr sz="1142" kern="1200">
        <a:solidFill>
          <a:schemeClr val="tx1"/>
        </a:solidFill>
        <a:latin typeface="+mn-lt"/>
        <a:ea typeface="+mn-ea"/>
        <a:cs typeface="+mn-cs"/>
      </a:defRPr>
    </a:lvl7pPr>
    <a:lvl8pPr marL="3046461" algn="l" defTabSz="870417" rtl="0" eaLnBrk="1" latinLnBrk="0" hangingPunct="1">
      <a:defRPr sz="1142" kern="1200">
        <a:solidFill>
          <a:schemeClr val="tx1"/>
        </a:solidFill>
        <a:latin typeface="+mn-lt"/>
        <a:ea typeface="+mn-ea"/>
        <a:cs typeface="+mn-cs"/>
      </a:defRPr>
    </a:lvl8pPr>
    <a:lvl9pPr marL="3481669" algn="l" defTabSz="870417" rtl="0" eaLnBrk="1" latinLnBrk="0" hangingPunct="1">
      <a:defRPr sz="114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79701" y="1569423"/>
            <a:ext cx="184731" cy="2817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23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7914" y="0"/>
            <a:ext cx="8345465" cy="83375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3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17930" y="7180129"/>
            <a:ext cx="1322284" cy="647904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7916" y="0"/>
            <a:ext cx="2859519" cy="83375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449013" y="6189474"/>
            <a:ext cx="893463" cy="1466791"/>
          </a:xfrm>
        </p:spPr>
        <p:txBody>
          <a:bodyPr>
            <a:normAutofit/>
          </a:bodyPr>
          <a:lstStyle>
            <a:lvl1pPr>
              <a:defRPr sz="958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0642" y="6251235"/>
            <a:ext cx="1596946" cy="413017"/>
          </a:xfrm>
        </p:spPr>
        <p:txBody>
          <a:bodyPr>
            <a:noAutofit/>
          </a:bodyPr>
          <a:lstStyle>
            <a:lvl1pPr marL="0" indent="0">
              <a:buNone/>
              <a:defRPr sz="821">
                <a:solidFill>
                  <a:schemeClr val="bg1"/>
                </a:solidFill>
              </a:defRPr>
            </a:lvl1pPr>
            <a:lvl2pPr>
              <a:defRPr sz="752"/>
            </a:lvl2pPr>
            <a:lvl3pPr>
              <a:defRPr sz="718"/>
            </a:lvl3pPr>
            <a:lvl4pPr>
              <a:defRPr sz="684"/>
            </a:lvl4pPr>
            <a:lvl5pPr>
              <a:defRPr sz="684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20640" y="6969189"/>
            <a:ext cx="1556778" cy="326168"/>
          </a:xfrm>
        </p:spPr>
        <p:txBody>
          <a:bodyPr>
            <a:noAutofit/>
          </a:bodyPr>
          <a:lstStyle>
            <a:lvl1pPr marL="0" indent="0">
              <a:buNone/>
              <a:defRPr sz="82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470" y="2449157"/>
            <a:ext cx="3811607" cy="1466791"/>
          </a:xfrm>
        </p:spPr>
        <p:txBody>
          <a:bodyPr/>
          <a:lstStyle>
            <a:lvl1pPr marL="0" indent="0">
              <a:buNone/>
              <a:defRPr sz="2735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29470" y="4168780"/>
            <a:ext cx="3811607" cy="793225"/>
          </a:xfrm>
        </p:spPr>
        <p:txBody>
          <a:bodyPr>
            <a:normAutofit/>
          </a:bodyPr>
          <a:lstStyle>
            <a:lvl1pPr marL="0" indent="0">
              <a:buNone/>
              <a:defRPr sz="1641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8337550" cy="833755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3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865" y="2078598"/>
            <a:ext cx="7191138" cy="3468189"/>
          </a:xfrm>
          <a:prstGeom prst="rect">
            <a:avLst/>
          </a:prstGeom>
        </p:spPr>
        <p:txBody>
          <a:bodyPr anchor="b"/>
          <a:lstStyle>
            <a:lvl1pPr>
              <a:defRPr sz="4103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8865" y="5579602"/>
            <a:ext cx="7191138" cy="18238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41">
                <a:solidFill>
                  <a:schemeClr val="accent1"/>
                </a:solidFill>
              </a:defRPr>
            </a:lvl1pPr>
            <a:lvl2pPr marL="312660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2pPr>
            <a:lvl3pPr marL="625319" indent="0">
              <a:buNone/>
              <a:defRPr sz="1231">
                <a:solidFill>
                  <a:schemeClr val="tx1">
                    <a:tint val="75000"/>
                  </a:schemeClr>
                </a:solidFill>
              </a:defRPr>
            </a:lvl3pPr>
            <a:lvl4pPr marL="937980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4pPr>
            <a:lvl5pPr marL="1250640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5pPr>
            <a:lvl6pPr marL="1563299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6pPr>
            <a:lvl7pPr marL="1875959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7pPr>
            <a:lvl8pPr marL="2188619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8pPr>
            <a:lvl9pPr marL="2501278" indent="0">
              <a:buNone/>
              <a:defRPr sz="10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3209" y="7727678"/>
            <a:ext cx="1875948" cy="443897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1815" y="7727678"/>
            <a:ext cx="2813923" cy="44389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88397" y="7727678"/>
            <a:ext cx="1875948" cy="443897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4"/>
            <a:ext cx="8337550" cy="139834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3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4295" y="424672"/>
            <a:ext cx="1109646" cy="700586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3617" y="7727678"/>
            <a:ext cx="2185541" cy="4438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7/14/26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61815" y="7727678"/>
            <a:ext cx="2813923" cy="4438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617" y="412537"/>
            <a:ext cx="6590344" cy="6566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613" y="1599066"/>
            <a:ext cx="7794933" cy="5879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12822" y="7727678"/>
            <a:ext cx="2148758" cy="4438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0"/>
            <a:ext cx="8337550" cy="161643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31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3617" y="7727678"/>
            <a:ext cx="2185541" cy="4438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7/14/26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61815" y="7727678"/>
            <a:ext cx="2813923" cy="4438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4295" y="424672"/>
            <a:ext cx="1109646" cy="700586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613" y="1867264"/>
            <a:ext cx="7794933" cy="5611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5912822" y="7727678"/>
            <a:ext cx="2148758" cy="443897"/>
          </a:xfrm>
          <a:prstGeom prst="rect">
            <a:avLst/>
          </a:prstGeom>
        </p:spPr>
        <p:txBody>
          <a:bodyPr vert="horz" lIns="62532" tIns="31265" rIns="62532" bIns="31265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z="821" smtClean="0"/>
              <a:pPr/>
              <a:t>‹#›</a:t>
            </a:fld>
            <a:endParaRPr lang="en-US" sz="82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1573" y="1069213"/>
            <a:ext cx="4261052" cy="355118"/>
          </a:xfrm>
        </p:spPr>
        <p:txBody>
          <a:bodyPr>
            <a:noAutofit/>
          </a:bodyPr>
          <a:lstStyle>
            <a:lvl1pPr marL="0" indent="0">
              <a:buNone/>
              <a:defRPr sz="123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4"/>
            <a:ext cx="8337550" cy="139834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3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64295" y="424672"/>
            <a:ext cx="1109646" cy="700586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3617" y="7727678"/>
            <a:ext cx="2185541" cy="4438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7/14/26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61815" y="7727678"/>
            <a:ext cx="2813923" cy="4438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617" y="412537"/>
            <a:ext cx="6590344" cy="6566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12822" y="7727678"/>
            <a:ext cx="2148758" cy="4438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4"/>
            <a:ext cx="8337550" cy="129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31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51057" y="346994"/>
            <a:ext cx="1700707" cy="60202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919" y="319665"/>
            <a:ext cx="6254138" cy="6566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800"/>
            </a:lvl1pPr>
          </a:lstStyle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45509" y="7727678"/>
            <a:ext cx="491646" cy="4438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sz="762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DDA1B1-E990-1373-D6AB-EF6EEB4045CA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174164" y="2233190"/>
            <a:ext cx="7977600" cy="5220000"/>
          </a:xfrm>
        </p:spPr>
        <p:txBody>
          <a:bodyPr/>
          <a:lstStyle/>
          <a:p>
            <a:r>
              <a:rPr lang="en-GB" dirty="0"/>
              <a:t>Click icon to add chart</a:t>
            </a:r>
            <a:endParaRPr lang="en-AU" dirty="0"/>
          </a:p>
        </p:txBody>
      </p:sp>
      <p:sp>
        <p:nvSpPr>
          <p:cNvPr id="7" name="Caption Placeholder 1">
            <a:extLst>
              <a:ext uri="{FF2B5EF4-FFF2-40B4-BE49-F238E27FC236}">
                <a16:creationId xmlns:a16="http://schemas.microsoft.com/office/drawing/2014/main" id="{0B68B2F7-35DA-8DD2-1D07-9D280795C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4165" y="7614532"/>
            <a:ext cx="7977599" cy="626889"/>
          </a:xfrm>
        </p:spPr>
        <p:txBody>
          <a:bodyPr anchor="t">
            <a:normAutofit/>
          </a:bodyPr>
          <a:lstStyle>
            <a:lvl1pPr marL="0" indent="0">
              <a:spcBef>
                <a:spcPts val="137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2EC199-2580-9D84-9E72-CE7324DB7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4164" y="1554023"/>
            <a:ext cx="7960651" cy="407464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077" userDrawn="1">
          <p15:clr>
            <a:srgbClr val="FBAE40"/>
          </p15:clr>
        </p15:guide>
        <p15:guide id="3" pos="160" userDrawn="1">
          <p15:clr>
            <a:srgbClr val="FBAE40"/>
          </p15:clr>
        </p15:guide>
        <p15:guide id="4" orient="horz" pos="4666" userDrawn="1">
          <p15:clr>
            <a:srgbClr val="FBAE40"/>
          </p15:clr>
        </p15:guide>
        <p15:guide id="5" orient="horz" pos="4776" userDrawn="1">
          <p15:clr>
            <a:srgbClr val="FBAE40"/>
          </p15:clr>
        </p15:guide>
        <p15:guide id="6" orient="horz" pos="1385" userDrawn="1">
          <p15:clr>
            <a:srgbClr val="FBAE40"/>
          </p15:clr>
        </p15:guide>
        <p15:guide id="7" orient="horz" pos="127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617" y="412537"/>
            <a:ext cx="6590344" cy="6566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3613" y="1599066"/>
            <a:ext cx="7794933" cy="5879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3617" y="7727678"/>
            <a:ext cx="2185541" cy="4438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14/7/2026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1815" y="7727678"/>
            <a:ext cx="2813923" cy="4438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912822" y="7727678"/>
            <a:ext cx="2148758" cy="4438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625319" rtl="0" eaLnBrk="1" latinLnBrk="0" hangingPunct="1">
        <a:lnSpc>
          <a:spcPct val="90000"/>
        </a:lnSpc>
        <a:spcBef>
          <a:spcPct val="0"/>
        </a:spcBef>
        <a:buNone/>
        <a:defRPr sz="2189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156331" indent="-156331" algn="l" defTabSz="625319" rtl="0" eaLnBrk="1" latinLnBrk="0" hangingPunct="1">
        <a:lnSpc>
          <a:spcPct val="90000"/>
        </a:lnSpc>
        <a:spcBef>
          <a:spcPts val="684"/>
        </a:spcBef>
        <a:buFont typeface="Arial" panose="020B0604020202020204" pitchFamily="34" charset="0"/>
        <a:buChar char="•"/>
        <a:defRPr sz="1914" kern="1200">
          <a:solidFill>
            <a:schemeClr val="tx1"/>
          </a:solidFill>
          <a:latin typeface="+mn-lt"/>
          <a:ea typeface="+mn-ea"/>
          <a:cs typeface="+mn-cs"/>
        </a:defRPr>
      </a:lvl1pPr>
      <a:lvl2pPr marL="468990" indent="-156331" algn="l" defTabSz="625319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sz="1641" kern="1200">
          <a:solidFill>
            <a:schemeClr val="tx1"/>
          </a:solidFill>
          <a:latin typeface="+mn-lt"/>
          <a:ea typeface="+mn-ea"/>
          <a:cs typeface="+mn-cs"/>
        </a:defRPr>
      </a:lvl2pPr>
      <a:lvl3pPr marL="781649" indent="-156331" algn="l" defTabSz="625319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3pPr>
      <a:lvl4pPr marL="1094310" indent="-156331" algn="l" defTabSz="625319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sz="1231" kern="1200">
          <a:solidFill>
            <a:schemeClr val="tx1"/>
          </a:solidFill>
          <a:latin typeface="+mn-lt"/>
          <a:ea typeface="+mn-ea"/>
          <a:cs typeface="+mn-cs"/>
        </a:defRPr>
      </a:lvl4pPr>
      <a:lvl5pPr marL="1406968" indent="-156331" algn="l" defTabSz="625319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sz="1231" kern="1200">
          <a:solidFill>
            <a:schemeClr val="tx1"/>
          </a:solidFill>
          <a:latin typeface="+mn-lt"/>
          <a:ea typeface="+mn-ea"/>
          <a:cs typeface="+mn-cs"/>
        </a:defRPr>
      </a:lvl5pPr>
      <a:lvl6pPr marL="1719629" indent="-156331" algn="l" defTabSz="625319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sz="1231" kern="1200">
          <a:solidFill>
            <a:schemeClr val="tx1"/>
          </a:solidFill>
          <a:latin typeface="+mn-lt"/>
          <a:ea typeface="+mn-ea"/>
          <a:cs typeface="+mn-cs"/>
        </a:defRPr>
      </a:lvl6pPr>
      <a:lvl7pPr marL="2032290" indent="-156331" algn="l" defTabSz="625319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sz="1231" kern="1200">
          <a:solidFill>
            <a:schemeClr val="tx1"/>
          </a:solidFill>
          <a:latin typeface="+mn-lt"/>
          <a:ea typeface="+mn-ea"/>
          <a:cs typeface="+mn-cs"/>
        </a:defRPr>
      </a:lvl7pPr>
      <a:lvl8pPr marL="2344948" indent="-156331" algn="l" defTabSz="625319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sz="1231" kern="1200">
          <a:solidFill>
            <a:schemeClr val="tx1"/>
          </a:solidFill>
          <a:latin typeface="+mn-lt"/>
          <a:ea typeface="+mn-ea"/>
          <a:cs typeface="+mn-cs"/>
        </a:defRPr>
      </a:lvl8pPr>
      <a:lvl9pPr marL="2657609" indent="-156331" algn="l" defTabSz="625319" rtl="0" eaLnBrk="1" latinLnBrk="0" hangingPunct="1">
        <a:lnSpc>
          <a:spcPct val="90000"/>
        </a:lnSpc>
        <a:spcBef>
          <a:spcPts val="342"/>
        </a:spcBef>
        <a:buFont typeface="Arial" panose="020B0604020202020204" pitchFamily="34" charset="0"/>
        <a:buChar char="•"/>
        <a:defRPr sz="12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5319" rtl="0" eaLnBrk="1" latinLnBrk="0" hangingPunct="1">
        <a:defRPr sz="1231" kern="1200">
          <a:solidFill>
            <a:schemeClr val="tx1"/>
          </a:solidFill>
          <a:latin typeface="+mn-lt"/>
          <a:ea typeface="+mn-ea"/>
          <a:cs typeface="+mn-cs"/>
        </a:defRPr>
      </a:lvl1pPr>
      <a:lvl2pPr marL="312660" algn="l" defTabSz="625319" rtl="0" eaLnBrk="1" latinLnBrk="0" hangingPunct="1">
        <a:defRPr sz="1231" kern="1200">
          <a:solidFill>
            <a:schemeClr val="tx1"/>
          </a:solidFill>
          <a:latin typeface="+mn-lt"/>
          <a:ea typeface="+mn-ea"/>
          <a:cs typeface="+mn-cs"/>
        </a:defRPr>
      </a:lvl2pPr>
      <a:lvl3pPr marL="625319" algn="l" defTabSz="625319" rtl="0" eaLnBrk="1" latinLnBrk="0" hangingPunct="1">
        <a:defRPr sz="1231" kern="1200">
          <a:solidFill>
            <a:schemeClr val="tx1"/>
          </a:solidFill>
          <a:latin typeface="+mn-lt"/>
          <a:ea typeface="+mn-ea"/>
          <a:cs typeface="+mn-cs"/>
        </a:defRPr>
      </a:lvl3pPr>
      <a:lvl4pPr marL="937980" algn="l" defTabSz="625319" rtl="0" eaLnBrk="1" latinLnBrk="0" hangingPunct="1">
        <a:defRPr sz="1231" kern="1200">
          <a:solidFill>
            <a:schemeClr val="tx1"/>
          </a:solidFill>
          <a:latin typeface="+mn-lt"/>
          <a:ea typeface="+mn-ea"/>
          <a:cs typeface="+mn-cs"/>
        </a:defRPr>
      </a:lvl4pPr>
      <a:lvl5pPr marL="1250640" algn="l" defTabSz="625319" rtl="0" eaLnBrk="1" latinLnBrk="0" hangingPunct="1">
        <a:defRPr sz="1231" kern="1200">
          <a:solidFill>
            <a:schemeClr val="tx1"/>
          </a:solidFill>
          <a:latin typeface="+mn-lt"/>
          <a:ea typeface="+mn-ea"/>
          <a:cs typeface="+mn-cs"/>
        </a:defRPr>
      </a:lvl5pPr>
      <a:lvl6pPr marL="1563299" algn="l" defTabSz="625319" rtl="0" eaLnBrk="1" latinLnBrk="0" hangingPunct="1">
        <a:defRPr sz="1231" kern="1200">
          <a:solidFill>
            <a:schemeClr val="tx1"/>
          </a:solidFill>
          <a:latin typeface="+mn-lt"/>
          <a:ea typeface="+mn-ea"/>
          <a:cs typeface="+mn-cs"/>
        </a:defRPr>
      </a:lvl6pPr>
      <a:lvl7pPr marL="1875959" algn="l" defTabSz="625319" rtl="0" eaLnBrk="1" latinLnBrk="0" hangingPunct="1">
        <a:defRPr sz="1231" kern="1200">
          <a:solidFill>
            <a:schemeClr val="tx1"/>
          </a:solidFill>
          <a:latin typeface="+mn-lt"/>
          <a:ea typeface="+mn-ea"/>
          <a:cs typeface="+mn-cs"/>
        </a:defRPr>
      </a:lvl7pPr>
      <a:lvl8pPr marL="2188619" algn="l" defTabSz="625319" rtl="0" eaLnBrk="1" latinLnBrk="0" hangingPunct="1">
        <a:defRPr sz="1231" kern="1200">
          <a:solidFill>
            <a:schemeClr val="tx1"/>
          </a:solidFill>
          <a:latin typeface="+mn-lt"/>
          <a:ea typeface="+mn-ea"/>
          <a:cs typeface="+mn-cs"/>
        </a:defRPr>
      </a:lvl8pPr>
      <a:lvl9pPr marL="2501278" algn="l" defTabSz="625319" rtl="0" eaLnBrk="1" latinLnBrk="0" hangingPunct="1">
        <a:defRPr sz="12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60" userDrawn="1">
          <p15:clr>
            <a:srgbClr val="F26B43"/>
          </p15:clr>
        </p15:guide>
        <p15:guide id="2" pos="507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orient="horz" pos="695" userDrawn="1">
          <p15:clr>
            <a:srgbClr val="F26B43"/>
          </p15:clr>
        </p15:guide>
        <p15:guide id="5" orient="horz" pos="100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9077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Insert title</dc:title>
  <dc:creator>Kat Clay</dc:creator>
  <cp:lastModifiedBy>Matthew Bowes</cp:lastModifiedBy>
  <cp:revision>285</cp:revision>
  <dcterms:created xsi:type="dcterms:W3CDTF">2022-05-20T01:54:03Z</dcterms:created>
  <dcterms:modified xsi:type="dcterms:W3CDTF">2026-07-14T03:34:31Z</dcterms:modified>
</cp:coreProperties>
</file>