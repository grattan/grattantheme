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Sz cx="8337550" cy="8337550"/>
  <p:notesSz cx="6858000" cy="9144000"/>
  <p:defaultTextStyle>
    <a:defPPr>
      <a:defRPr lang="en-US"/>
    </a:defPPr>
    <a:lvl1pPr marL="0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1pPr>
    <a:lvl2pPr marL="435209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2pPr>
    <a:lvl3pPr marL="870417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3pPr>
    <a:lvl4pPr marL="1305626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4pPr>
    <a:lvl5pPr marL="1740835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5pPr>
    <a:lvl6pPr marL="2176043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6pPr>
    <a:lvl7pPr marL="2611252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7pPr>
    <a:lvl8pPr marL="3046461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8pPr>
    <a:lvl9pPr marL="3481669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260"/>
    <p:restoredTop sz="94653"/>
  </p:normalViewPr>
  <p:slideViewPr>
    <p:cSldViewPr snapToGrid="0" snapToObjects="1">
      <p:cViewPr varScale="1">
        <p:scale>
          <a:sx n="101" d="100"/>
          <a:sy n="101" d="100"/>
        </p:scale>
        <p:origin x="10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8/10/relationships/authors" Target="author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1pPr>
    <a:lvl2pPr marL="435209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2pPr>
    <a:lvl3pPr marL="870417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3pPr>
    <a:lvl4pPr marL="1305626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4pPr>
    <a:lvl5pPr marL="1740835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5pPr>
    <a:lvl6pPr marL="2176043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6pPr>
    <a:lvl7pPr marL="2611252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7pPr>
    <a:lvl8pPr marL="3046461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8pPr>
    <a:lvl9pPr marL="3481669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79701" y="1569423"/>
            <a:ext cx="184731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3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7914" y="0"/>
            <a:ext cx="8345465" cy="833755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7930" y="7180129"/>
            <a:ext cx="1322284" cy="647904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7916" y="0"/>
            <a:ext cx="2859519" cy="83375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449013" y="6189474"/>
            <a:ext cx="893463" cy="1466791"/>
          </a:xfrm>
        </p:spPr>
        <p:txBody>
          <a:bodyPr>
            <a:normAutofit/>
          </a:bodyPr>
          <a:lstStyle>
            <a:lvl1pPr>
              <a:defRPr sz="958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20642" y="6251235"/>
            <a:ext cx="1596946" cy="413017"/>
          </a:xfrm>
        </p:spPr>
        <p:txBody>
          <a:bodyPr>
            <a:noAutofit/>
          </a:bodyPr>
          <a:lstStyle>
            <a:lvl1pPr marL="0" indent="0">
              <a:buNone/>
              <a:defRPr sz="821">
                <a:solidFill>
                  <a:schemeClr val="bg1"/>
                </a:solidFill>
              </a:defRPr>
            </a:lvl1pPr>
            <a:lvl2pPr>
              <a:defRPr sz="752"/>
            </a:lvl2pPr>
            <a:lvl3pPr>
              <a:defRPr sz="718"/>
            </a:lvl3pPr>
            <a:lvl4pPr>
              <a:defRPr sz="684"/>
            </a:lvl4pPr>
            <a:lvl5pPr>
              <a:defRPr sz="684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20640" y="6969189"/>
            <a:ext cx="1556778" cy="326168"/>
          </a:xfrm>
        </p:spPr>
        <p:txBody>
          <a:bodyPr>
            <a:noAutofit/>
          </a:bodyPr>
          <a:lstStyle>
            <a:lvl1pPr marL="0" indent="0">
              <a:buNone/>
              <a:defRPr sz="82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470" y="2449157"/>
            <a:ext cx="3811607" cy="1466791"/>
          </a:xfrm>
        </p:spPr>
        <p:txBody>
          <a:bodyPr/>
          <a:lstStyle>
            <a:lvl1pPr marL="0" indent="0">
              <a:buNone/>
              <a:defRPr sz="2735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470" y="4168780"/>
            <a:ext cx="3811607" cy="793225"/>
          </a:xfrm>
        </p:spPr>
        <p:txBody>
          <a:bodyPr>
            <a:normAutofit/>
          </a:bodyPr>
          <a:lstStyle>
            <a:lvl1pPr marL="0" indent="0">
              <a:buNone/>
              <a:defRPr sz="1641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8337550" cy="833755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865" y="2078598"/>
            <a:ext cx="7191138" cy="3468189"/>
          </a:xfrm>
          <a:prstGeom prst="rect">
            <a:avLst/>
          </a:prstGeom>
        </p:spPr>
        <p:txBody>
          <a:bodyPr anchor="b"/>
          <a:lstStyle>
            <a:lvl1pPr>
              <a:defRPr sz="4103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8865" y="5579602"/>
            <a:ext cx="7191138" cy="18238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41">
                <a:solidFill>
                  <a:schemeClr val="accent1"/>
                </a:solidFill>
              </a:defRPr>
            </a:lvl1pPr>
            <a:lvl2pPr marL="312660" indent="0">
              <a:buNone/>
              <a:defRPr sz="1368">
                <a:solidFill>
                  <a:schemeClr val="tx1">
                    <a:tint val="75000"/>
                  </a:schemeClr>
                </a:solidFill>
              </a:defRPr>
            </a:lvl2pPr>
            <a:lvl3pPr marL="625319" indent="0">
              <a:buNone/>
              <a:defRPr sz="1231">
                <a:solidFill>
                  <a:schemeClr val="tx1">
                    <a:tint val="75000"/>
                  </a:schemeClr>
                </a:solidFill>
              </a:defRPr>
            </a:lvl3pPr>
            <a:lvl4pPr marL="937980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4pPr>
            <a:lvl5pPr marL="1250640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5pPr>
            <a:lvl6pPr marL="1563299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6pPr>
            <a:lvl7pPr marL="1875959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7pPr>
            <a:lvl8pPr marL="2188619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8pPr>
            <a:lvl9pPr marL="2501278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3209" y="7727678"/>
            <a:ext cx="1875948" cy="443897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397" y="7727678"/>
            <a:ext cx="1875948" cy="443897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4"/>
            <a:ext cx="8337550" cy="139834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295" y="424672"/>
            <a:ext cx="1109646" cy="700586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4/15/26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617" y="412537"/>
            <a:ext cx="6590344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13" y="1599066"/>
            <a:ext cx="7794933" cy="5879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0"/>
            <a:ext cx="8337550" cy="161643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4/15/26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295" y="424672"/>
            <a:ext cx="1109646" cy="700586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13" y="1867264"/>
            <a:ext cx="7794933" cy="56114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62532" tIns="31265" rIns="62532" bIns="31265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z="821" smtClean="0"/>
              <a:pPr/>
              <a:t>‹#›</a:t>
            </a:fld>
            <a:endParaRPr lang="en-US" sz="82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1573" y="1069213"/>
            <a:ext cx="4261052" cy="355118"/>
          </a:xfrm>
        </p:spPr>
        <p:txBody>
          <a:bodyPr>
            <a:noAutofit/>
          </a:bodyPr>
          <a:lstStyle>
            <a:lvl1pPr marL="0" indent="0">
              <a:buNone/>
              <a:defRPr sz="123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4"/>
            <a:ext cx="8337550" cy="139834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295" y="424672"/>
            <a:ext cx="1109646" cy="700586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4/15/26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617" y="412537"/>
            <a:ext cx="6590344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4"/>
            <a:ext cx="8337550" cy="129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1057" y="346994"/>
            <a:ext cx="1700707" cy="60202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919" y="319665"/>
            <a:ext cx="6079488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3200"/>
            </a:lvl1pPr>
          </a:lstStyle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45509" y="7727678"/>
            <a:ext cx="491646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sz="762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174164" y="2233190"/>
            <a:ext cx="7977600" cy="5220000"/>
          </a:xfrm>
        </p:spPr>
        <p:txBody>
          <a:bodyPr/>
          <a:lstStyle/>
          <a:p>
            <a:r>
              <a:rPr lang="en-GB" dirty="0"/>
              <a:t>Click icon to add chart</a:t>
            </a:r>
            <a:endParaRPr lang="en-AU" dirty="0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4165" y="7614532"/>
            <a:ext cx="7977599" cy="626889"/>
          </a:xfrm>
        </p:spPr>
        <p:txBody>
          <a:bodyPr anchor="t">
            <a:normAutofit/>
          </a:bodyPr>
          <a:lstStyle>
            <a:lvl1pPr marL="0" indent="0">
              <a:spcBef>
                <a:spcPts val="137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4164" y="1554023"/>
            <a:ext cx="7960651" cy="407464"/>
          </a:xfrm>
        </p:spPr>
        <p:txBody>
          <a:bodyPr anchor="ctr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077" userDrawn="1">
          <p15:clr>
            <a:srgbClr val="FBAE40"/>
          </p15:clr>
        </p15:guide>
        <p15:guide id="3" pos="160" userDrawn="1">
          <p15:clr>
            <a:srgbClr val="FBAE40"/>
          </p15:clr>
        </p15:guide>
        <p15:guide id="4" orient="horz" pos="4666" userDrawn="1">
          <p15:clr>
            <a:srgbClr val="FBAE40"/>
          </p15:clr>
        </p15:guide>
        <p15:guide id="5" orient="horz" pos="4776" userDrawn="1">
          <p15:clr>
            <a:srgbClr val="FBAE40"/>
          </p15:clr>
        </p15:guide>
        <p15:guide id="6" orient="horz" pos="1385" userDrawn="1">
          <p15:clr>
            <a:srgbClr val="FBAE40"/>
          </p15:clr>
        </p15:guide>
        <p15:guide id="7" orient="horz" pos="1275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3617" y="412537"/>
            <a:ext cx="6590344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3613" y="1599066"/>
            <a:ext cx="7794933" cy="5879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15/4/2026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625319" rtl="0" eaLnBrk="1" latinLnBrk="0" hangingPunct="1">
        <a:lnSpc>
          <a:spcPct val="90000"/>
        </a:lnSpc>
        <a:spcBef>
          <a:spcPct val="0"/>
        </a:spcBef>
        <a:buNone/>
        <a:defRPr sz="2189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156331" indent="-156331" algn="l" defTabSz="625319" rtl="0" eaLnBrk="1" latinLnBrk="0" hangingPunct="1">
        <a:lnSpc>
          <a:spcPct val="90000"/>
        </a:lnSpc>
        <a:spcBef>
          <a:spcPts val="684"/>
        </a:spcBef>
        <a:buFont typeface="Arial" panose="020B0604020202020204" pitchFamily="34" charset="0"/>
        <a:buChar char="•"/>
        <a:defRPr sz="1914" kern="1200">
          <a:solidFill>
            <a:schemeClr val="tx1"/>
          </a:solidFill>
          <a:latin typeface="+mn-lt"/>
          <a:ea typeface="+mn-ea"/>
          <a:cs typeface="+mn-cs"/>
        </a:defRPr>
      </a:lvl1pPr>
      <a:lvl2pPr marL="468990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641" kern="1200">
          <a:solidFill>
            <a:schemeClr val="tx1"/>
          </a:solidFill>
          <a:latin typeface="+mn-lt"/>
          <a:ea typeface="+mn-ea"/>
          <a:cs typeface="+mn-cs"/>
        </a:defRPr>
      </a:lvl2pPr>
      <a:lvl3pPr marL="781649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368" kern="1200">
          <a:solidFill>
            <a:schemeClr val="tx1"/>
          </a:solidFill>
          <a:latin typeface="+mn-lt"/>
          <a:ea typeface="+mn-ea"/>
          <a:cs typeface="+mn-cs"/>
        </a:defRPr>
      </a:lvl3pPr>
      <a:lvl4pPr marL="1094310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4pPr>
      <a:lvl5pPr marL="1406968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5pPr>
      <a:lvl6pPr marL="1719629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6pPr>
      <a:lvl7pPr marL="2032290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7pPr>
      <a:lvl8pPr marL="2344948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8pPr>
      <a:lvl9pPr marL="2657609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1pPr>
      <a:lvl2pPr marL="31266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2pPr>
      <a:lvl3pPr marL="62531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3pPr>
      <a:lvl4pPr marL="93798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4pPr>
      <a:lvl5pPr marL="125064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5pPr>
      <a:lvl6pPr marL="156329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6pPr>
      <a:lvl7pPr marL="187595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7pPr>
      <a:lvl8pPr marL="218861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8pPr>
      <a:lvl9pPr marL="2501278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60" userDrawn="1">
          <p15:clr>
            <a:srgbClr val="F26B43"/>
          </p15:clr>
        </p15:guide>
        <p15:guide id="2" pos="5077" userDrawn="1">
          <p15:clr>
            <a:srgbClr val="F26B43"/>
          </p15:clr>
        </p15:guide>
        <p15:guide id="3" orient="horz" pos="255" userDrawn="1">
          <p15:clr>
            <a:srgbClr val="F26B43"/>
          </p15:clr>
        </p15:guide>
        <p15:guide id="4" orient="horz" pos="695" userDrawn="1">
          <p15:clr>
            <a:srgbClr val="F26B43"/>
          </p15:clr>
        </p15:guide>
        <p15:guide id="5" orient="horz" pos="100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9077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Insert title</dc:title>
  <dc:creator>Kat Clay</dc:creator>
  <cp:lastModifiedBy>Matthew Bowes</cp:lastModifiedBy>
  <cp:revision>283</cp:revision>
  <dcterms:created xsi:type="dcterms:W3CDTF">2022-05-20T01:54:03Z</dcterms:created>
  <dcterms:modified xsi:type="dcterms:W3CDTF">2026-04-15T08:34:11Z</dcterms:modified>
</cp:coreProperties>
</file>