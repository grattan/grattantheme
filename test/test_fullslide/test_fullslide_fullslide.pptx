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/Users/mbbowes/Documents/GitHub/grattantheme/test/test_fullslide/test_fullslide_fullslide.pptx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test subtitle here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714395" y="1899602"/>
              <a:ext cx="10959889" cy="3551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14395" y="5344840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14395" y="4657853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14395" y="3970867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14395" y="3283880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14395" y="2596894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14395" y="1909907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  <a:lnTo>
                    <a:pt x="1095988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3999654" y="380039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4649283" y="380039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3235383" y="355307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5515456" y="374543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6088659" y="411640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6139610" y="419884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6419843" y="472095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5451767" y="333324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5349864" y="355307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6088659" y="404771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6088659" y="424006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7693626" y="443242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6827453" y="430876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6954832" y="459729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0699756" y="52568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1143033" y="52568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0941775" y="466599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929675" y="223406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439348" y="250886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999813" y="202796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604781" y="373169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292464" y="45560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075921" y="459729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7107686" y="48583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7120424" y="404771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254570" y="29347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776821" y="311340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179496" y="250886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5400816" y="451486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381789" y="397901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6419843" y="462477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4407264" y="374543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373303" y="5263915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373303" y="4576929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373303" y="388994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373303" y="3202956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373303" y="2515969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373303" y="1828983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50" name="pl49"/>
            <p:cNvSpPr/>
            <p:nvPr/>
          </p:nvSpPr>
          <p:spPr>
            <a:xfrm>
              <a:off x="714395" y="5451323"/>
              <a:ext cx="10959889" cy="0"/>
            </a:xfrm>
            <a:custGeom>
              <a:avLst/>
              <a:pathLst>
                <a:path w="10959889" h="0">
                  <a:moveTo>
                    <a:pt x="0" y="0"/>
                  </a:moveTo>
                  <a:lnTo>
                    <a:pt x="10959889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453237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000804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548372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0095939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2386943" y="5584174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4934510" y="5584174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7482078" y="5584174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0029645" y="5584174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072816" y="5857824"/>
              <a:ext cx="243047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wt</a:t>
              </a:r>
            </a:p>
          </p:txBody>
        </p:sp>
      </p:grp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Here goes a Grattan title, blah blah lots of words go here and it's very long</a:t>
            </a:r>
          </a:p>
        </p:txBody>
      </p:sp>
      <p:sp>
        <p:nvSpPr>
          <p:cNvPr id="6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Blah 
Source: somewhere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mbbowes</cp:lastModifiedBy>
  <cp:revision>271</cp:revision>
  <dcterms:created xsi:type="dcterms:W3CDTF">2022-05-20T01:54:03Z</dcterms:created>
  <dcterms:modified xsi:type="dcterms:W3CDTF">2026-01-12T16:51:23Z</dcterms:modified>
</cp:coreProperties>
</file>