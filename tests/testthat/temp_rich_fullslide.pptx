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977745840d1d4bbd4f43129460c97a9e07ca2270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2025-12-03T17:03:30Z</dcterms:modified>
</cp:coreProperties>
</file>