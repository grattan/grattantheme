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FFF4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48"/>
    <p:restoredTop sz="94589"/>
  </p:normalViewPr>
  <p:slideViewPr>
    <p:cSldViewPr snapToGrid="0" snapToObjects="1">
      <p:cViewPr>
        <p:scale>
          <a:sx n="100" d="100"/>
          <a:sy n="100" d="100"/>
        </p:scale>
        <p:origin x="1920" y="-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8/10/relationships/authors" Target="authors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12/16/25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12/16/25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12/16/25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16/12/2025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 dirty="0"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092825"/>
            <a:ext cx="10662320" cy="765175"/>
          </a:xfrm>
        </p:spPr>
        <p:txBody>
          <a:bodyPr/>
          <a:lstStyle/>
          <a:p>
            <a:r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9341</TotalTime>
  <Words>37</Words>
  <Application>Microsoft Macintosh PowerPoint</Application>
  <PresentationFormat>Widescreen</PresentationFormat>
  <Paragraphs>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Avenir Next LT Pro</vt:lpstr>
      <vt:lpstr>Calibri</vt:lpstr>
      <vt:lpstr>DM Serif Display</vt:lpstr>
      <vt:lpstr>Office Theme</vt:lpstr>
      <vt:lpstr>My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Insert title</dc:title>
  <dc:creator>Kat Clay</dc:creator>
  <cp:lastModifiedBy>Matthew Bowes</cp:lastModifiedBy>
  <cp:revision>272</cp:revision>
  <dcterms:created xsi:type="dcterms:W3CDTF">2022-05-20T01:54:03Z</dcterms:created>
  <dcterms:modified xsi:type="dcterms:W3CDTF">2025-12-16T03:31:12Z</dcterms:modified>
</cp:coreProperties>
</file>