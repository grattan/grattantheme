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31" r:id="rId1"/>
  </p:sldMasterIdLst>
  <p:notesMasterIdLst>
    <p:notesMasterId r:id="rId2"/>
  </p:notesMasterIdLst>
  <p:sldIdLst>
    <p:sldId id="256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C027A25-491E-F020-8D4D-24B2035FFD33}" name="Kat Clay" initials="KC" userId="S::kat.clay@grattaninstitute.edu.au::98d84789-129b-4d4d-9a75-a87bac8c8fd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4E6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41"/>
    <p:restoredTop sz="94653"/>
  </p:normalViewPr>
  <p:slideViewPr>
    <p:cSldViewPr snapToGrid="0" snapToObjects="1">
      <p:cViewPr varScale="1">
        <p:scale>
          <a:sx n="121" d="100"/>
          <a:sy n="121" d="100"/>
        </p:scale>
        <p:origin x="2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06" d="100"/>
          <a:sy n="106" d="100"/>
        </p:scale>
        <p:origin x="3620" y="56"/>
      </p:cViewPr>
      <p:guideLst/>
    </p:cSldViewPr>
  </p:notes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presProps" Target="presProps.xml"/>
<Relationship Id="rId7" Type="http://schemas.microsoft.com/office/2018/10/relationships/authors" Target="authors.xml"/>
<Relationship Id="rId2" Type="http://schemas.openxmlformats.org/officeDocument/2006/relationships/notesMaster" Target="notesMasters/notesMaster1.xml"/>
<Relationship Id="rId1" Type="http://schemas.openxmlformats.org/officeDocument/2006/relationships/slideMaster" Target="slideMasters/slideMaster1.xml"/>
<Relationship Id="rId6" Type="http://schemas.openxmlformats.org/officeDocument/2006/relationships/tableStyles" Target="tableStyles.xml"/>
<Relationship Id="rId5" Type="http://schemas.openxmlformats.org/officeDocument/2006/relationships/theme" Target="theme/theme1.xml"/>
<Relationship Id="rId4" Type="http://schemas.openxmlformats.org/officeDocument/2006/relationships/viewProps" Target="viewProps.xml"/>
<Relationship Id="rId8" Type="http://schemas.openxmlformats.org/officeDocument/2006/relationships/slide" Target="slides/slide1.xml"/>
</Relationships>
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375376-077A-8F42-9E71-155E70FB596E}" type="datetimeFigureOut">
              <a:rPr lang="en-US" smtClean="0"/>
              <a:t>4/3/25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E9419A-B53B-B044-8F99-D2573F3A8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388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
<Relationships 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1.xml"/>
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
Powerpoint file location: /Users/mbbowes/Documents/GitHub/grattantheme/tests/testthat/temp_rich_fullslide.pptx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ECBC2DE-EA68-5645-6DC4-19921CEEB0B0}"/>
              </a:ext>
            </a:extLst>
          </p:cNvPr>
          <p:cNvSpPr txBox="1"/>
          <p:nvPr userDrawn="1"/>
        </p:nvSpPr>
        <p:spPr>
          <a:xfrm>
            <a:off x="116541" y="129091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72C78F-E40D-3A6B-24C2-906FA20E603F}"/>
              </a:ext>
            </a:extLst>
          </p:cNvPr>
          <p:cNvSpPr/>
          <p:nvPr userDrawn="1"/>
        </p:nvSpPr>
        <p:spPr>
          <a:xfrm>
            <a:off x="-11575" y="0"/>
            <a:ext cx="12203575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2DD39A8-9F28-D01B-F290-1C31B5FA8F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77400" y="5905970"/>
            <a:ext cx="1933575" cy="532929"/>
          </a:xfrm>
          <a:prstGeom prst="rect">
            <a:avLst/>
          </a:prstGeom>
        </p:spPr>
      </p:pic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9AC38636-A519-1DAA-F186-6178D64B122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-11575" y="0"/>
            <a:ext cx="4181474" cy="6858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picture here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F0A3FD-BE2F-A94A-0A45-53E6C58A00E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043488" y="5091113"/>
            <a:ext cx="1306512" cy="120650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AU" dirty="0"/>
              <a:t>Insert headshot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74C6B55-78E8-9DB5-56FA-E4A3B5705F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64300" y="5141913"/>
            <a:ext cx="2335213" cy="339725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Name and title</a:t>
            </a:r>
            <a:endParaRPr lang="en-AU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F4E9AF8-FC9F-0A5C-B569-D51DA3E363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64300" y="5732462"/>
            <a:ext cx="2276475" cy="268287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  <a:endParaRPr lang="en-AU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0FC04F8-DC87-4C48-7442-FA72D1647E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14913" y="2014538"/>
            <a:ext cx="5573712" cy="1206500"/>
          </a:xfrm>
        </p:spPr>
        <p:txBody>
          <a:bodyPr/>
          <a:lstStyle>
            <a:lvl1pPr marL="0" indent="0">
              <a:buNone/>
              <a:defRPr sz="4000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Title</a:t>
            </a:r>
            <a:endParaRPr lang="en-AU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DCF6FB1-F9E4-A648-B189-9DD172BB1E8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14913" y="3429000"/>
            <a:ext cx="5573712" cy="652463"/>
          </a:xfrm>
        </p:spPr>
        <p:txBody>
          <a:bodyPr>
            <a:normAutofit/>
          </a:bodyPr>
          <a:lstStyle>
            <a:lvl1pPr marL="0" indent="0">
              <a:buNone/>
              <a:defRPr sz="24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Subheading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31635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0FF13B-17DE-B58E-23D0-863404B8498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84C34C6-D93D-964F-98F1-8B05274CB5BF}" type="datetimeFigureOut">
              <a:rPr lang="en-US" smtClean="0"/>
              <a:t>4/3/25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D1C777A-97BF-664C-98A5-2907D0932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062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B1789E7-BA20-0780-FB52-B02484AC77D3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2B8918E-1EDB-7F60-9A99-7D4A0E14AB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D7BE69A9-24E9-418A-68B9-AAE233480B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4/3/25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7B216488-F6B2-C054-EB55-0F9A57D9C0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EECB45-057A-1EA2-2F6E-7C55F9459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AA2F51-0C2E-D1D9-EFED-E3A2276D7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481" y="1315299"/>
            <a:ext cx="11398531" cy="4836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BAC65C7-BF2B-A350-909C-35D42AF84D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7906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+ orange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CF076BF-B4D2-731F-A8C4-B4C0523DA8D6}"/>
              </a:ext>
            </a:extLst>
          </p:cNvPr>
          <p:cNvSpPr/>
          <p:nvPr userDrawn="1"/>
        </p:nvSpPr>
        <p:spPr>
          <a:xfrm>
            <a:off x="0" y="-1"/>
            <a:ext cx="12192000" cy="13295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CC0B9F51-D432-89C3-BAF5-11132AE404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4/3/25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E482CF5D-DEBD-DB20-7858-2A857E71D9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6015322-31D2-917E-375B-3379430E14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73A11B26-D536-E55C-FEA5-61BBE902E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481" y="1535906"/>
            <a:ext cx="11398531" cy="4615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E6EC27F-20CE-4CCF-3D5C-A051E0347B27}"/>
              </a:ext>
            </a:extLst>
          </p:cNvPr>
          <p:cNvSpPr txBox="1">
            <a:spLocks/>
          </p:cNvSpPr>
          <p:nvPr userDrawn="1"/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1C777A-97BF-664C-98A5-2907D09321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C22FC4E-C0DC-E3DE-BD6B-D5CA5918036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5612" y="879474"/>
            <a:ext cx="6230937" cy="292100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subheading</a:t>
            </a:r>
            <a:endParaRPr lang="en-AU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2EE96F9-3E03-A2B8-1CAD-49604615B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668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F927AB4-CA90-E951-65D7-A7115E4E9728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C36E00-9570-96F4-957E-95AEE4FAB2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74C90D1F-6BBA-97AB-88AA-507E0C7ADB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4/3/25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721463F-DE73-8A1C-4B1D-EC55231461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AB2FF0-4955-916C-E396-EBC8532A6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8836AB3-6799-2DF5-B516-EDC045CE4E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831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F927AB4-CA90-E951-65D7-A7115E4E9728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C36E00-9570-96F4-957E-95AEE4FAB2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8EC5B233-B10D-77D4-13F6-C9B4EACAB3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5482" y="367368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add slide title</a:t>
            </a:r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7C09E446-08E7-FD8F-80D1-1B02D15A69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33794" y="6356350"/>
            <a:ext cx="7189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65DDA1B1-E990-1373-D6AB-EF6EEB4045CA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371475" y="1808163"/>
            <a:ext cx="11412538" cy="4284662"/>
          </a:xfrm>
        </p:spPr>
        <p:txBody>
          <a:bodyPr/>
          <a:lstStyle/>
          <a:p>
            <a:r>
              <a:rPr lang="en-GB"/>
              <a:t>Click icon to add chart</a:t>
            </a:r>
            <a:endParaRPr lang="en-AU"/>
          </a:p>
        </p:txBody>
      </p:sp>
      <p:sp>
        <p:nvSpPr>
          <p:cNvPr id="7" name="Caption Placeholder 1">
            <a:extLst>
              <a:ext uri="{FF2B5EF4-FFF2-40B4-BE49-F238E27FC236}">
                <a16:creationId xmlns:a16="http://schemas.microsoft.com/office/drawing/2014/main" id="{0B68B2F7-35DA-8DD2-1D07-9D280795C28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6239781"/>
            <a:ext cx="10662320" cy="455613"/>
          </a:xfrm>
        </p:spPr>
        <p:txBody>
          <a:bodyPr anchor="t">
            <a:normAutofit/>
          </a:bodyPr>
          <a:lstStyle>
            <a:lvl1pPr marL="0" indent="0">
              <a:spcBef>
                <a:spcPts val="200"/>
              </a:spcBef>
              <a:buNone/>
              <a:defRPr sz="800"/>
            </a:lvl1pPr>
          </a:lstStyle>
          <a:p>
            <a:pPr lvl="0"/>
            <a:r>
              <a:rPr lang="en-GB" dirty="0"/>
              <a:t>Insert source and notes here</a:t>
            </a:r>
            <a:endParaRPr lang="en-AU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B2EC199-2580-9D84-9E72-CE7324DB7A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8478" y="1312069"/>
            <a:ext cx="11398531" cy="335156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GB" dirty="0"/>
              <a:t>Insert unit title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54036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423" userDrawn="1">
          <p15:clr>
            <a:srgbClr val="FBAE40"/>
          </p15:clr>
        </p15:guide>
        <p15:guide id="3" pos="234" userDrawn="1">
          <p15:clr>
            <a:srgbClr val="FBAE40"/>
          </p15:clr>
        </p15:guide>
        <p15:guide id="4" orient="horz" pos="3838" userDrawn="1">
          <p15:clr>
            <a:srgbClr val="FBAE40"/>
          </p15:clr>
        </p15:guide>
        <p15:guide id="5" orient="horz" pos="3929" userDrawn="1">
          <p15:clr>
            <a:srgbClr val="FBAE40"/>
          </p15:clr>
        </p15:guide>
        <p15:guide id="6" orient="horz" pos="1139" userDrawn="1">
          <p15:clr>
            <a:srgbClr val="FBAE40"/>
          </p15:clr>
        </p15:guide>
        <p15:guide id="7" orient="horz" pos="1049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5481" y="1315299"/>
            <a:ext cx="11398531" cy="4836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AU" noProof="0" smtClean="0"/>
              <a:t>3/4/2025</a:t>
            </a:fld>
            <a:endParaRPr lang="en-AU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263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4" r:id="rId2"/>
    <p:sldLayoutId id="2147483833" r:id="rId3"/>
    <p:sldLayoutId id="2147483844" r:id="rId4"/>
    <p:sldLayoutId id="2147483837" r:id="rId5"/>
    <p:sldLayoutId id="214748385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DM Serif Display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34" userDrawn="1">
          <p15:clr>
            <a:srgbClr val="F26B43"/>
          </p15:clr>
        </p15:guide>
        <p15:guide id="2" pos="7423" userDrawn="1">
          <p15:clr>
            <a:srgbClr val="F26B43"/>
          </p15:clr>
        </p15:guide>
        <p15:guide id="3" orient="horz" pos="210" userDrawn="1">
          <p15:clr>
            <a:srgbClr val="F26B43"/>
          </p15:clr>
        </p15:guide>
        <p15:guide id="4" orient="horz" pos="572" userDrawn="1">
          <p15:clr>
            <a:srgbClr val="F26B43"/>
          </p15:clr>
        </p15:guide>
        <p15:guide id="5" orient="horz" pos="82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6.xml"/>
<Relationship Id="rId2" Type="http://schemas.openxmlformats.org/officeDocument/2006/relationships/notesSlide" Target="../notesSlides/notesSlide1.xml"/>
<Relationship Id="rId3" Type="http://schemas.openxmlformats.org/officeDocument/2006/relationships/image" Target="../media/6255bdee3e5362a3a89b02f1bb6ee6b7d581bb2a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 descr=""/>
          <p:cNvPicPr>
            <a:picLocks noGrp="1"/>
          </p:cNvPicPr>
          <p:nvPr>
            <p:ph type="chart" sz="quarter" idx="12"/>
          </p:nvPr>
        </p:nvPicPr>
        <p:blipFill>
          <a:blip r:embed="rId3"/>
          <a:stretch>
            <a:fillRect/>
          </a:stretch>
        </p:blipFill>
        <p:spPr>
          <a:xfrm>
            <a:off x="371475" y="1808163"/>
            <a:ext cx="11412538" cy="4284662"/>
          </a:xfrm>
          <a:prstGeom prst="rect">
            <a:avLst/>
          </a:prstGeom>
        </p:spPr>
      </p:pic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385482" y="367368"/>
            <a:ext cx="9637060" cy="540145"/>
          </a:xfrm>
        </p:spPr>
        <p:txBody>
          <a:bodyPr/>
          <a:lstStyle/>
          <a:p>
            <a:r>
              <a:rPr/>
              <a:t>My title</a:t>
            </a:r>
          </a:p>
        </p:txBody>
      </p:sp>
      <p:sp>
        <p:nvSpPr>
          <p:cNvPr id="4" name="Caption Placeholder 1"/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6239781"/>
            <a:ext cx="10662320" cy="455613"/>
          </a:xfrm>
        </p:spPr>
        <p:txBody>
          <a:bodyPr/>
          <a:lstStyle/>
          <a:p>
            <a:r>
              <a:rPr/>
              <a:t>Notes: notes.
Source: source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2022 Grattan PPT Colour Theme - FINAL">
      <a:dk1>
        <a:srgbClr val="000000"/>
      </a:dk1>
      <a:lt1>
        <a:srgbClr val="FFFFFF"/>
      </a:lt1>
      <a:dk2>
        <a:srgbClr val="D4582A"/>
      </a:dk2>
      <a:lt2>
        <a:srgbClr val="FFF3E6"/>
      </a:lt2>
      <a:accent1>
        <a:srgbClr val="EF7900"/>
      </a:accent1>
      <a:accent2>
        <a:srgbClr val="A1253E"/>
      </a:accent2>
      <a:accent3>
        <a:srgbClr val="611633"/>
      </a:accent3>
      <a:accent4>
        <a:srgbClr val="F5B50C"/>
      </a:accent4>
      <a:accent5>
        <a:srgbClr val="6A99C4"/>
      </a:accent5>
      <a:accent6>
        <a:srgbClr val="4371A1"/>
      </a:accent6>
      <a:hlink>
        <a:srgbClr val="EF7900"/>
      </a:hlink>
      <a:folHlink>
        <a:srgbClr val="D4582A"/>
      </a:folHlink>
    </a:clrScheme>
    <a:fontScheme name="Grattan Web Fonts">
      <a:majorFont>
        <a:latin typeface="DM Serif Display"/>
        <a:ea typeface=""/>
        <a:cs typeface=""/>
      </a:majorFont>
      <a:minorFont>
        <a:latin typeface="Avenir Next LT Pr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 algn="l">
          <a:defRPr sz="1600" dirty="0">
            <a:solidFill>
              <a:schemeClr val="accent1"/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9055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Avenir Next LT Pro</vt:lpstr>
      <vt:lpstr>Calibri</vt:lpstr>
      <vt:lpstr>DM Serif Display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Insert title</dc:title>
  <dc:creator>Kat Clay</dc:creator>
  <cp:lastModifiedBy>mbbowes</cp:lastModifiedBy>
  <cp:revision>271</cp:revision>
  <dcterms:created xsi:type="dcterms:W3CDTF">2022-05-20T01:54:03Z</dcterms:created>
  <dcterms:modified xsi:type="dcterms:W3CDTF">2026-07-17T10:07:39Z</dcterms:modified>
</cp:coreProperties>
</file>