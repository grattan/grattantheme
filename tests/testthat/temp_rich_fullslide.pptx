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/Users/mbbowes/Documents/GitHub/grattantheme/tests/testthat/temp_rich_fullslide.pptx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6255bdee3e5362a3a89b02f1bb6ee6b7d581bb2a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"/>
          <p:cNvPicPr>
            <a:picLocks noGrp="1"/>
          </p:cNvPicPr>
          <p:nvPr>
            <p:ph type="chart" sz="quarter" idx="12"/>
          </p:nvPr>
        </p:nvPicPr>
        <p:blipFill>
          <a:blip r:embed="rId3"/>
          <a:stretch>
            <a:fillRect/>
          </a:stretch>
        </p:blipFill>
        <p:spPr>
          <a:xfrm>
            <a:off x="371475" y="1808163"/>
            <a:ext cx="11412538" cy="4284662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4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2026-03-04T14:36:03Z</dcterms:modified>
</cp:coreProperties>
</file>