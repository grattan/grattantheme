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2" Type="http://schemas.openxmlformats.org/package/2006/relationships/metadata/thumbnail" Target="docProps/thumbnail.jpeg"/>
<Relationship Id="rId1" Type="http://schemas.openxmlformats.org/officeDocument/2006/relationships/officeDocument" Target="ppt/presentation.xml"/>
<Relationship Id="rId4" Type="http://schemas.openxmlformats.org/officeDocument/2006/relationships/extended-properties" Target="docProps/app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7"/>
  </p:notesMasterIdLst>
  <p:sldIdLst>
    <p:sldId id="256" r:id="rId6"/>
    <p:sldId id="257" r:id="rId8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390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767"/>
    <p:restoredTop sz="94694"/>
  </p:normalViewPr>
  <p:slideViewPr>
    <p:cSldViewPr snapToGrid="0" snapToObjects="1">
      <p:cViewPr varScale="1">
        <p:scale>
          <a:sx n="129" d="100"/>
          <a:sy n="129" d="100"/>
        </p:scale>
        <p:origin x="680" y="2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viewProps" Target="viewProps.xml"/>
<Relationship Id="rId2" Type="http://schemas.openxmlformats.org/officeDocument/2006/relationships/presProps" Target="presProps.xml"/>
<Relationship Id="rId1" Type="http://schemas.openxmlformats.org/officeDocument/2006/relationships/slideMaster" Target="slideMasters/slideMaster1.xml"/>
<Relationship Id="rId5" Type="http://schemas.openxmlformats.org/officeDocument/2006/relationships/tableStyles" Target="tableStyles.xml"/>
<Relationship Id="rId4" Type="http://schemas.openxmlformats.org/officeDocument/2006/relationships/theme" Target="theme/theme1.xml"/>
<Relationship Id="rId6" Type="http://schemas.openxmlformats.org/officeDocument/2006/relationships/slide" Target="slides/slide1.xml"/>
<Relationship Id="rId7" Type="http://schemas.openxmlformats.org/officeDocument/2006/relationships/notesMaster" Target="notesMasters/notesMaster1.xml"/>
<Relationship Id="rId8" Type="http://schemas.openxmlformats.org/officeDocument/2006/relationships/slide" Target="slides/slide2.xml"/>
</Relationships>

</file>

<file path=ppt/notesMasters/_rels/notesMaster1.xml.rels><?xml version="1.0" encoding="UTF-8" standalone="yes"?>

<Relationships  xmlns="http://schemas.openxmlformats.org/package/2006/relationships">
<Relationship Id="rId1" Type="http://schemas.openxmlformats.org/officeDocument/2006/relationships/theme" Target="../theme/theme2.xml"/>
</Relationships>
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10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schemeClr val="bg2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IN"/>
          </a:p>
        </p:txBody>
      </p:sp>
      <p:sp>
        <p:nvSpPr>
          <p:cNvPr id="11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marL="171450" lvl="0" indent="-171450">
              <a:lnSpc>
                <a:spcPct val="100000"/>
              </a:lnSpc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/>
              <a:t>Edit Master text styles</a:t>
            </a:r>
          </a:p>
          <a:p>
            <a:pPr marL="450850" lvl="1" indent="-171450">
              <a:lnSpc>
                <a:spcPct val="100000"/>
              </a:lnSpc>
              <a:spcBef>
                <a:spcPts val="400"/>
              </a:spcBef>
              <a:spcAft>
                <a:spcPts val="400"/>
              </a:spcAft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/>
              <a:t>Second level</a:t>
            </a:r>
          </a:p>
          <a:p>
            <a:pPr marL="719138" lvl="2" indent="-17145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/>
              <a:t>Third level</a:t>
            </a:r>
          </a:p>
          <a:p>
            <a:pPr marL="987425" lvl="3" indent="-171450" defTabSz="1169988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/>
              <a:t>Fourth level</a:t>
            </a:r>
          </a:p>
          <a:p>
            <a:pPr marL="1255713" lvl="4" indent="-171450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/>
              <a:t>Fifth level</a:t>
            </a:r>
            <a:endParaRPr lang="en-IN" dirty="0"/>
          </a:p>
        </p:txBody>
      </p:sp>
      <p:sp>
        <p:nvSpPr>
          <p:cNvPr id="12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
<Relationships  xmlns="http://schemas.openxmlformats.org/package/2006/relationships">
<Relationship Id="rId1" Type="http://schemas.openxmlformats.org/officeDocument/2006/relationships/notesMaster" Target="../notesMasters/notesMaster1.xml"/>
<Relationship Id="rId2" Type="http://schemas.openxmlformats.org/officeDocument/2006/relationships/slide" Target="../slides/slide1.xml"/>
</Relationships>

</file>

<file path=ppt/notesSlides/_rels/notesSlide2.xml.rels><?xml version="1.0" encoding="UTF-8" standalone="yes"?>

<Relationships  xmlns="http://schemas.openxmlformats.org/package/2006/relationships">
<Relationship Id="rId1" Type="http://schemas.openxmlformats.org/officeDocument/2006/relationships/notesMaster" Target="../notesMasters/notesMaster1.xml"/>
<Relationship Id="rId2" Type="http://schemas.openxmlformats.org/officeDocument/2006/relationships/slide" Target="../slides/slide2.xml"/>
</Relationships>
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/>
              <a:t>
Powerpoint file location: /Users/mbbowes/Documents/GitHub/grattantheme/tests/testthat/multi_slide_fullslide_43.pptx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/>
              <a:t>
Powerpoint file location: /Users/mbbowes/Documents/GitHub/grattantheme/tests/testthat/multi_slide_fullslide_43.pptx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2">
            <a:extLst>
              <a:ext uri="{FF2B5EF4-FFF2-40B4-BE49-F238E27FC236}">
                <a16:creationId xmlns:a16="http://schemas.microsoft.com/office/drawing/2014/main" id="{44D005F0-3FDA-D04B-84DD-1363FABAE9B6}"/>
              </a:ext>
            </a:extLst>
          </p:cNvPr>
          <p:cNvSpPr>
            <a:spLocks noGrp="1" noChangeArrowheads="1"/>
          </p:cNvSpPr>
          <p:nvPr>
            <p:ph type="ctrTitle"/>
          </p:nvPr>
        </p:nvSpPr>
        <p:spPr>
          <a:xfrm>
            <a:off x="1845221" y="3391818"/>
            <a:ext cx="6780334" cy="430887"/>
          </a:xfrm>
        </p:spPr>
        <p:txBody>
          <a:bodyPr/>
          <a:lstStyle>
            <a:lvl1pPr algn="r">
              <a:defRPr sz="2800"/>
            </a:lvl1pPr>
          </a:lstStyle>
          <a:p>
            <a:r>
              <a:rPr lang="en-US" dirty="0"/>
              <a:t>Click to edit </a:t>
            </a:r>
            <a:r>
              <a:rPr lang="en-US"/>
              <a:t>Master title style</a:t>
            </a:r>
            <a:endParaRPr lang="en-AU" dirty="0"/>
          </a:p>
        </p:txBody>
      </p:sp>
      <p:sp>
        <p:nvSpPr>
          <p:cNvPr id="8" name="Rectangle 3">
            <a:extLst>
              <a:ext uri="{FF2B5EF4-FFF2-40B4-BE49-F238E27FC236}">
                <a16:creationId xmlns:a16="http://schemas.microsoft.com/office/drawing/2014/main" id="{CF96A3B4-E487-2E43-AB4D-AF0B84261717}"/>
              </a:ext>
            </a:extLst>
          </p:cNvPr>
          <p:cNvSpPr>
            <a:spLocks noGrp="1" noChangeArrowheads="1"/>
          </p:cNvSpPr>
          <p:nvPr>
            <p:ph type="subTitle" idx="1"/>
          </p:nvPr>
        </p:nvSpPr>
        <p:spPr>
          <a:xfrm>
            <a:off x="1845221" y="4146129"/>
            <a:ext cx="6780334" cy="338554"/>
          </a:xfrm>
        </p:spPr>
        <p:txBody>
          <a:bodyPr/>
          <a:lstStyle>
            <a:lvl1pPr algn="r">
              <a:defRPr sz="2200"/>
            </a:lvl1pPr>
          </a:lstStyle>
          <a:p>
            <a:r>
              <a:rPr lang="en-US"/>
              <a:t>Click to edit Master subtitle style</a:t>
            </a:r>
            <a:endParaRPr lang="en-AU" dirty="0"/>
          </a:p>
        </p:txBody>
      </p:sp>
      <p:sp>
        <p:nvSpPr>
          <p:cNvPr id="9" name="Rectangle 4">
            <a:extLst>
              <a:ext uri="{FF2B5EF4-FFF2-40B4-BE49-F238E27FC236}">
                <a16:creationId xmlns:a16="http://schemas.microsoft.com/office/drawing/2014/main" id="{82E06D4E-6FDB-CF4F-A1E4-67EA24E8CF41}"/>
              </a:ext>
            </a:extLst>
          </p:cNvPr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457200" y="6245225"/>
            <a:ext cx="2133600" cy="476250"/>
          </a:xfrm>
          <a:prstGeom prst="rect">
            <a:avLst/>
          </a:prstGeom>
          <a:noFill/>
          <a:ln>
            <a:miter lim="800000"/>
            <a:headEnd/>
            <a:tailEnd/>
          </a:ln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</a:bodyPr>
          <a:lstStyle>
            <a:lvl1pPr>
              <a:defRPr sz="1292"/>
            </a:lvl1pPr>
          </a:lstStyle>
          <a:p>
            <a:endParaRPr lang="en-US" dirty="0"/>
          </a:p>
        </p:txBody>
      </p:sp>
      <p:sp>
        <p:nvSpPr>
          <p:cNvPr id="10" name="Rectangle 5">
            <a:extLst>
              <a:ext uri="{FF2B5EF4-FFF2-40B4-BE49-F238E27FC236}">
                <a16:creationId xmlns:a16="http://schemas.microsoft.com/office/drawing/2014/main" id="{50F3A1FE-D85A-214B-BC70-C1B9CAF69254}"/>
              </a:ext>
            </a:extLst>
          </p:cNvPr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3124200" y="6245225"/>
            <a:ext cx="2895600" cy="476250"/>
          </a:xfrm>
          <a:prstGeom prst="rect">
            <a:avLst/>
          </a:prstGeom>
          <a:noFill/>
          <a:ln>
            <a:miter lim="800000"/>
            <a:headEnd/>
            <a:tailEnd/>
          </a:ln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</a:bodyPr>
          <a:lstStyle>
            <a:lvl1pPr algn="ctr">
              <a:defRPr sz="1292"/>
            </a:lvl1pPr>
          </a:lstStyle>
          <a:p>
            <a:endParaRPr lang="en-US"/>
          </a:p>
        </p:txBody>
      </p:sp>
      <p:sp>
        <p:nvSpPr>
          <p:cNvPr id="11" name="Rectangle 6">
            <a:extLst>
              <a:ext uri="{FF2B5EF4-FFF2-40B4-BE49-F238E27FC236}">
                <a16:creationId xmlns:a16="http://schemas.microsoft.com/office/drawing/2014/main" id="{BAC7EBFE-F4CA-034D-9C58-E44E2CE12F8A}"/>
              </a:ext>
            </a:extLst>
          </p:cNvPr>
          <p:cNvSpPr>
            <a:spLocks noGrp="1" noChangeArrowheads="1"/>
          </p:cNvSpPr>
          <p:nvPr>
            <p:ph type="sldNum" sz="quarter" idx="4"/>
          </p:nvPr>
        </p:nvSpPr>
        <p:spPr>
          <a:xfrm>
            <a:off x="6553200" y="6245225"/>
            <a:ext cx="2133600" cy="476250"/>
          </a:xfrm>
          <a:prstGeom prst="rect">
            <a:avLst/>
          </a:prstGeom>
        </p:spPr>
        <p:txBody>
          <a:bodyPr wrap="none" lIns="0" tIns="0" rIns="0" bIns="0"/>
          <a:lstStyle>
            <a:lvl1pPr eaLnBrk="0" hangingPunct="0">
              <a:defRPr sz="1292" i="0"/>
            </a:lvl1pPr>
          </a:lstStyle>
          <a:p>
            <a:fld id="{3E7C0CC8-E12B-4B1E-958E-BC6C5916F62C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13" name="Picture 8" descr="GrattanLogo">
            <a:extLst>
              <a:ext uri="{FF2B5EF4-FFF2-40B4-BE49-F238E27FC236}">
                <a16:creationId xmlns:a16="http://schemas.microsoft.com/office/drawing/2014/main" id="{360FAE97-D26D-764E-8987-030894C6ECB5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702721" y="981075"/>
            <a:ext cx="3922834" cy="1081088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382609692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19716"/>
            <a:ext cx="6497707" cy="47975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2C827D-FC0C-184A-B855-165F1307D257}" type="datetimeFigureOut">
              <a:rPr lang="en-US" smtClean="0"/>
              <a:t>12/28/22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28D261-E467-CB42-92CE-56E038D4601A}" type="slidenum">
              <a:rPr lang="en-US" smtClean="0"/>
              <a:t>‹#›</a:t>
            </a:fld>
            <a:endParaRPr lang="en-US"/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5776813A-6BA6-2B48-8868-0EF29F4BF7DF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628650" y="890676"/>
            <a:ext cx="7991368" cy="5376559"/>
          </a:xfrm>
        </p:spPr>
        <p:txBody>
          <a:bodyPr/>
          <a:lstStyle>
            <a:lvl1pPr>
              <a:spcAft>
                <a:spcPts val="1800"/>
              </a:spcAft>
              <a:defRPr/>
            </a:lvl1pPr>
            <a:lvl2pPr>
              <a:spcAft>
                <a:spcPts val="1800"/>
              </a:spcAft>
              <a:defRPr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spcAft>
                <a:spcPts val="1800"/>
              </a:spcAft>
              <a:defRPr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spcAft>
                <a:spcPts val="1800"/>
              </a:spcAft>
              <a:defRPr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spcAft>
                <a:spcPts val="1800"/>
              </a:spcAft>
              <a:defRPr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35429226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ctr">
            <a:normAutofit/>
          </a:bodyPr>
          <a:lstStyle>
            <a:lvl1pPr algn="ctr">
              <a:defRPr sz="2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2C827D-FC0C-184A-B855-165F1307D257}" type="datetimeFigureOut">
              <a:rPr lang="en-US" smtClean="0"/>
              <a:t>12/28/22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28D261-E467-CB42-92CE-56E038D4601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408451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641652" y="198782"/>
            <a:ext cx="6487202" cy="620562"/>
          </a:xfrm>
        </p:spPr>
        <p:txBody>
          <a:bodyPr lIns="0" tIns="0" rIns="0" bIns="0"/>
          <a:lstStyle>
            <a:lvl1pPr>
              <a:lnSpc>
                <a:spcPct val="100000"/>
              </a:lnSpc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 hasCustomPrompt="1"/>
          </p:nvPr>
        </p:nvSpPr>
        <p:spPr>
          <a:xfrm>
            <a:off x="641331" y="862664"/>
            <a:ext cx="7992000" cy="643145"/>
          </a:xfrm>
        </p:spPr>
        <p:txBody>
          <a:bodyPr lIns="0" tIns="0" rIns="0" bIns="0"/>
          <a:lstStyle>
            <a:lvl1pPr>
              <a:lnSpc>
                <a:spcPct val="90000"/>
              </a:lnSpc>
              <a:spcAft>
                <a:spcPts val="0"/>
              </a:spcAft>
              <a:defRPr/>
            </a:lvl1pPr>
            <a:lvl2pPr>
              <a:lnSpc>
                <a:spcPct val="90000"/>
              </a:lnSpc>
              <a:spcAft>
                <a:spcPts val="0"/>
              </a:spcAft>
              <a:defRPr/>
            </a:lvl2pPr>
            <a:lvl3pPr>
              <a:lnSpc>
                <a:spcPct val="90000"/>
              </a:lnSpc>
              <a:spcAft>
                <a:spcPts val="0"/>
              </a:spcAft>
              <a:defRPr/>
            </a:lvl3pPr>
            <a:lvl4pPr>
              <a:lnSpc>
                <a:spcPct val="90000"/>
              </a:lnSpc>
              <a:spcAft>
                <a:spcPts val="0"/>
              </a:spcAft>
              <a:defRPr/>
            </a:lvl4pPr>
            <a:lvl5pPr>
              <a:lnSpc>
                <a:spcPct val="90000"/>
              </a:lnSpc>
              <a:spcAft>
                <a:spcPts val="0"/>
              </a:spcAft>
              <a:defRPr/>
            </a:lvl5pPr>
          </a:lstStyle>
          <a:p>
            <a:pPr lvl="0"/>
            <a:r>
              <a:rPr lang="en-US" dirty="0"/>
              <a:t>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38590" y="1371749"/>
            <a:ext cx="7992000" cy="5009174"/>
          </a:xfrm>
        </p:spPr>
        <p:txBody>
          <a:bodyPr/>
          <a:lstStyle>
            <a:lvl1pPr>
              <a:spcAft>
                <a:spcPts val="1800"/>
              </a:spcAft>
              <a:defRPr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spcAft>
                <a:spcPts val="1800"/>
              </a:spcAft>
              <a:defRPr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spcAft>
                <a:spcPts val="1800"/>
              </a:spcAft>
              <a:defRPr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spcAft>
                <a:spcPts val="1800"/>
              </a:spcAft>
              <a:defRPr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spcAft>
                <a:spcPts val="1800"/>
              </a:spcAft>
              <a:defRPr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Caption Placeholder 1">
            <a:extLst>
              <a:ext uri="{FF2B5EF4-FFF2-40B4-BE49-F238E27FC236}">
                <a16:creationId xmlns:a16="http://schemas.microsoft.com/office/drawing/2014/main" id="{6E0C4110-01B7-BB28-A5D4-537EA5D12AC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39115" y="6525074"/>
            <a:ext cx="7991475" cy="268287"/>
          </a:xfrm>
        </p:spPr>
        <p:txBody>
          <a:bodyPr>
            <a:normAutofit/>
          </a:bodyPr>
          <a:lstStyle>
            <a:lvl1pPr>
              <a:defRPr sz="1000"/>
            </a:lvl1pPr>
          </a:lstStyle>
          <a:p>
            <a:pPr lvl="0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5303296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C17464-26F0-F70E-03FB-7D458DC13F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52861762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8E868C-2161-3F70-9E5A-5C38113B1C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85724836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AED932-2FE5-9703-B8AE-C45091E0F0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35420787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image" Target="../media/image1.jpe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19716"/>
            <a:ext cx="7886700" cy="47975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914087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AU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ＭＳ Ｐゴシック"/>
                <a:cs typeface="+mn-cs"/>
              </a:rPr>
              <a:t>Heading </a:t>
            </a: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ＭＳ Ｐゴシック"/>
              <a:cs typeface="+mn-cs"/>
            </a:endParaRPr>
          </a:p>
          <a:p>
            <a:pPr marL="165593" marR="0" lvl="1" indent="-164127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Pct val="130000"/>
              <a:buFontTx/>
              <a:buChar char="•"/>
              <a:tabLst/>
              <a:defRPr/>
            </a:pPr>
            <a:r>
              <a:rPr kumimoji="0" lang="en-US" sz="17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ＭＳ Ｐゴシック"/>
              </a:rPr>
              <a:t>First bullet</a:t>
            </a:r>
          </a:p>
          <a:p>
            <a:pPr marL="372217" marR="0" lvl="2" indent="-205159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charset="0"/>
              <a:buChar char="–"/>
              <a:tabLst/>
              <a:defRPr/>
            </a:pPr>
            <a:r>
              <a:rPr kumimoji="0" lang="en-US" sz="16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ＭＳ Ｐゴシック"/>
              </a:rPr>
              <a:t>Second level</a:t>
            </a:r>
          </a:p>
          <a:p>
            <a:pPr marL="517294" marR="0" lvl="3" indent="-131888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charset="0"/>
              <a:buChar char="-"/>
              <a:tabLst/>
              <a:defRPr/>
            </a:pPr>
            <a:r>
              <a:rPr kumimoji="0" lang="en-US" sz="15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ＭＳ Ｐゴシック"/>
              </a:rPr>
              <a:t>Third level</a:t>
            </a:r>
          </a:p>
          <a:p>
            <a:pPr marL="728315" marR="0" lvl="4" indent="-193436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charset="0"/>
              <a:buChar char="&gt;"/>
              <a:tabLst/>
              <a:defRPr/>
            </a:pP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ＭＳ Ｐゴシック"/>
              </a:rPr>
              <a:t>Fourth level</a:t>
            </a:r>
          </a:p>
          <a:p>
            <a:pPr lvl="0"/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62C827D-FC0C-184A-B855-165F1307D257}" type="datetimeFigureOut">
              <a:rPr lang="en-US" smtClean="0"/>
              <a:t>12/28/22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428D261-E467-CB42-92CE-56E038D4601A}" type="slidenum">
              <a:rPr lang="en-US" smtClean="0"/>
              <a:t>‹#›</a:t>
            </a:fld>
            <a:endParaRPr lang="en-US"/>
          </a:p>
        </p:txBody>
      </p:sp>
      <p:pic>
        <p:nvPicPr>
          <p:cNvPr id="7" name="Picture 8" descr="GrattanLogo">
            <a:extLst>
              <a:ext uri="{FF2B5EF4-FFF2-40B4-BE49-F238E27FC236}">
                <a16:creationId xmlns:a16="http://schemas.microsoft.com/office/drawing/2014/main" id="{67074FA1-84FC-A749-908E-C0C5F1D3C581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9" cstate="print"/>
          <a:srcRect/>
          <a:stretch>
            <a:fillRect/>
          </a:stretch>
        </p:blipFill>
        <p:spPr bwMode="auto">
          <a:xfrm>
            <a:off x="7186547" y="333380"/>
            <a:ext cx="1439008" cy="396875"/>
          </a:xfrm>
          <a:prstGeom prst="rect">
            <a:avLst/>
          </a:prstGeom>
          <a:noFill/>
        </p:spPr>
      </p:pic>
      <p:sp>
        <p:nvSpPr>
          <p:cNvPr id="8" name="Line 7">
            <a:extLst>
              <a:ext uri="{FF2B5EF4-FFF2-40B4-BE49-F238E27FC236}">
                <a16:creationId xmlns:a16="http://schemas.microsoft.com/office/drawing/2014/main" id="{5994C232-B4F2-F34D-9731-E1E62AAE633D}"/>
              </a:ext>
            </a:extLst>
          </p:cNvPr>
          <p:cNvSpPr>
            <a:spLocks noChangeShapeType="1"/>
          </p:cNvSpPr>
          <p:nvPr userDrawn="1"/>
        </p:nvSpPr>
        <p:spPr bwMode="auto">
          <a:xfrm>
            <a:off x="648001" y="844876"/>
            <a:ext cx="7977554" cy="0"/>
          </a:xfrm>
          <a:prstGeom prst="line">
            <a:avLst/>
          </a:prstGeom>
          <a:noFill/>
          <a:ln w="19050">
            <a:solidFill>
              <a:srgbClr val="F3901D"/>
            </a:solidFill>
            <a:round/>
            <a:headEnd/>
            <a:tailEnd/>
          </a:ln>
          <a:effectLst/>
        </p:spPr>
        <p:txBody>
          <a:bodyPr/>
          <a:lstStyle/>
          <a:p>
            <a:endParaRPr lang="en-AU" sz="2215"/>
          </a:p>
        </p:txBody>
      </p:sp>
    </p:spTree>
    <p:extLst>
      <p:ext uri="{BB962C8B-B14F-4D97-AF65-F5344CB8AC3E}">
        <p14:creationId xmlns:p14="http://schemas.microsoft.com/office/powerpoint/2010/main" val="397613007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1800" b="1" kern="1200">
          <a:solidFill>
            <a:schemeClr val="tx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0" marR="0" indent="0" algn="l" defTabSz="914400" rtl="0" eaLnBrk="1" fontAlgn="base" latinLnBrk="0" hangingPunct="1">
        <a:lnSpc>
          <a:spcPct val="100000"/>
        </a:lnSpc>
        <a:spcBef>
          <a:spcPct val="0"/>
        </a:spcBef>
        <a:spcAft>
          <a:spcPct val="0"/>
        </a:spcAft>
        <a:buClrTx/>
        <a:buSzTx/>
        <a:buFontTx/>
        <a:buNone/>
        <a:tabLst/>
        <a:defRPr sz="18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165593" marR="0" indent="-164127" algn="l" defTabSz="914400" rtl="0" eaLnBrk="1" fontAlgn="base" latinLnBrk="0" hangingPunct="1">
        <a:lnSpc>
          <a:spcPct val="100000"/>
        </a:lnSpc>
        <a:spcBef>
          <a:spcPct val="0"/>
        </a:spcBef>
        <a:spcAft>
          <a:spcPct val="0"/>
        </a:spcAft>
        <a:buClrTx/>
        <a:buSzPct val="130000"/>
        <a:buFontTx/>
        <a:buChar char="•"/>
        <a:tabLst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372217" marR="0" indent="-205159" algn="l" defTabSz="914400" rtl="0" eaLnBrk="1" fontAlgn="base" latinLnBrk="0" hangingPunct="1">
        <a:lnSpc>
          <a:spcPct val="100000"/>
        </a:lnSpc>
        <a:spcBef>
          <a:spcPct val="0"/>
        </a:spcBef>
        <a:spcAft>
          <a:spcPct val="0"/>
        </a:spcAft>
        <a:buClrTx/>
        <a:buSzTx/>
        <a:buFont typeface="Arial" charset="0"/>
        <a:buChar char="–"/>
        <a:tabLst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517294" marR="0" indent="-131888" algn="l" defTabSz="914400" rtl="0" eaLnBrk="1" fontAlgn="base" latinLnBrk="0" hangingPunct="1">
        <a:lnSpc>
          <a:spcPct val="100000"/>
        </a:lnSpc>
        <a:spcBef>
          <a:spcPct val="0"/>
        </a:spcBef>
        <a:spcAft>
          <a:spcPct val="0"/>
        </a:spcAft>
        <a:buClrTx/>
        <a:buSzTx/>
        <a:buFont typeface="Arial" charset="0"/>
        <a:buChar char="-"/>
        <a:tabLst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728315" marR="0" indent="-193436" algn="l" defTabSz="914400" rtl="0" eaLnBrk="1" fontAlgn="base" latinLnBrk="0" hangingPunct="1">
        <a:lnSpc>
          <a:spcPct val="100000"/>
        </a:lnSpc>
        <a:spcBef>
          <a:spcPct val="0"/>
        </a:spcBef>
        <a:spcAft>
          <a:spcPct val="0"/>
        </a:spcAft>
        <a:buClrTx/>
        <a:buSzTx/>
        <a:buFont typeface="Arial" charset="0"/>
        <a:buChar char="&gt;"/>
        <a:tabLst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4.xml"/>
<Relationship Id="rId2" Type="http://schemas.openxmlformats.org/officeDocument/2006/relationships/notesSlide" Target="../notesSlides/notesSlide1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4.xml"/>
<Relationship Id="rId2" Type="http://schemas.openxmlformats.org/officeDocument/2006/relationships/notesSlide" Target="../notesSlides/notesSlide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/>
          <p:cNvSpPr>
            <a:spLocks noGrp="1"/>
          </p:cNvSpPr>
          <p:nvPr>
            <p:ph sz="half" idx="1" hasCustomPrompt="1"/>
          </p:nvPr>
        </p:nvSpPr>
        <p:spPr>
          <a:xfrm>
            <a:off x="641331" y="862664"/>
            <a:ext cx="7992000" cy="643145"/>
          </a:xfrm>
        </p:spPr>
        <p:txBody>
          <a:bodyPr/>
          <a:lstStyle/>
          <a:p>
            <a:r>
              <a:rPr/>
              <a:t>My subtitle</a:t>
            </a:r>
          </a:p>
        </p:txBody>
      </p:sp>
      <p:grpSp xmlns:pic="http://schemas.openxmlformats.org/drawingml/2006/picture">
        <p:nvGrpSpPr>
          <p:cNvPr id="3" name="Content Placeholder 3"/>
          <p:cNvGrpSpPr/>
          <p:nvPr/>
        </p:nvGrpSpPr>
        <p:grpSpPr>
          <a:xfrm>
            <a:off x="638590" y="1371749"/>
            <a:ext cx="7992000" cy="5009174"/>
            <a:chOff x="638590" y="1371749"/>
            <a:chExt cx="7992000" cy="5009174"/>
          </a:xfrm>
        </p:grpSpPr>
        <p:sp>
          <p:nvSpPr>
            <p:cNvPr id="4" name="rc3"/>
            <p:cNvSpPr/>
            <p:nvPr/>
          </p:nvSpPr>
          <p:spPr>
            <a:xfrm>
              <a:off x="638590" y="1371749"/>
              <a:ext cx="7992000" cy="500917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1061020" y="1441338"/>
              <a:ext cx="7499980" cy="4536581"/>
            </a:xfrm>
            <a:prstGeom prst="rect">
              <a:avLst/>
            </a:prstGeom>
            <a:solidFill>
              <a:srgbClr val="EBEBE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l5"/>
            <p:cNvSpPr/>
            <p:nvPr/>
          </p:nvSpPr>
          <p:spPr>
            <a:xfrm>
              <a:off x="1061020" y="5403169"/>
              <a:ext cx="7499980" cy="0"/>
            </a:xfrm>
            <a:custGeom>
              <a:avLst/>
              <a:pathLst>
                <a:path w="7499980" h="0">
                  <a:moveTo>
                    <a:pt x="0" y="0"/>
                  </a:moveTo>
                  <a:lnTo>
                    <a:pt x="7499980" y="0"/>
                  </a:lnTo>
                  <a:lnTo>
                    <a:pt x="749998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1061020" y="4525687"/>
              <a:ext cx="7499980" cy="0"/>
            </a:xfrm>
            <a:custGeom>
              <a:avLst/>
              <a:pathLst>
                <a:path w="7499980" h="0">
                  <a:moveTo>
                    <a:pt x="0" y="0"/>
                  </a:moveTo>
                  <a:lnTo>
                    <a:pt x="7499980" y="0"/>
                  </a:lnTo>
                  <a:lnTo>
                    <a:pt x="749998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1061020" y="3648205"/>
              <a:ext cx="7499980" cy="0"/>
            </a:xfrm>
            <a:custGeom>
              <a:avLst/>
              <a:pathLst>
                <a:path w="7499980" h="0">
                  <a:moveTo>
                    <a:pt x="0" y="0"/>
                  </a:moveTo>
                  <a:lnTo>
                    <a:pt x="7499980" y="0"/>
                  </a:lnTo>
                  <a:lnTo>
                    <a:pt x="749998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8"/>
            <p:cNvSpPr/>
            <p:nvPr/>
          </p:nvSpPr>
          <p:spPr>
            <a:xfrm>
              <a:off x="1061020" y="2770723"/>
              <a:ext cx="7499980" cy="0"/>
            </a:xfrm>
            <a:custGeom>
              <a:avLst/>
              <a:pathLst>
                <a:path w="7499980" h="0">
                  <a:moveTo>
                    <a:pt x="0" y="0"/>
                  </a:moveTo>
                  <a:lnTo>
                    <a:pt x="7499980" y="0"/>
                  </a:lnTo>
                  <a:lnTo>
                    <a:pt x="749998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9"/>
            <p:cNvSpPr/>
            <p:nvPr/>
          </p:nvSpPr>
          <p:spPr>
            <a:xfrm>
              <a:off x="1061020" y="1893241"/>
              <a:ext cx="7499980" cy="0"/>
            </a:xfrm>
            <a:custGeom>
              <a:avLst/>
              <a:pathLst>
                <a:path w="7499980" h="0">
                  <a:moveTo>
                    <a:pt x="0" y="0"/>
                  </a:moveTo>
                  <a:lnTo>
                    <a:pt x="7499980" y="0"/>
                  </a:lnTo>
                  <a:lnTo>
                    <a:pt x="749998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0"/>
            <p:cNvSpPr/>
            <p:nvPr/>
          </p:nvSpPr>
          <p:spPr>
            <a:xfrm>
              <a:off x="1379264" y="1441338"/>
              <a:ext cx="0" cy="4536581"/>
            </a:xfrm>
            <a:custGeom>
              <a:avLst/>
              <a:pathLst>
                <a:path w="0" h="4536581">
                  <a:moveTo>
                    <a:pt x="0" y="453658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1"/>
            <p:cNvSpPr/>
            <p:nvPr/>
          </p:nvSpPr>
          <p:spPr>
            <a:xfrm>
              <a:off x="3122595" y="1441338"/>
              <a:ext cx="0" cy="4536581"/>
            </a:xfrm>
            <a:custGeom>
              <a:avLst/>
              <a:pathLst>
                <a:path w="0" h="4536581">
                  <a:moveTo>
                    <a:pt x="0" y="453658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2"/>
            <p:cNvSpPr/>
            <p:nvPr/>
          </p:nvSpPr>
          <p:spPr>
            <a:xfrm>
              <a:off x="4865925" y="1441338"/>
              <a:ext cx="0" cy="4536581"/>
            </a:xfrm>
            <a:custGeom>
              <a:avLst/>
              <a:pathLst>
                <a:path w="0" h="4536581">
                  <a:moveTo>
                    <a:pt x="0" y="453658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3"/>
            <p:cNvSpPr/>
            <p:nvPr/>
          </p:nvSpPr>
          <p:spPr>
            <a:xfrm>
              <a:off x="6609255" y="1441338"/>
              <a:ext cx="0" cy="4536581"/>
            </a:xfrm>
            <a:custGeom>
              <a:avLst/>
              <a:pathLst>
                <a:path w="0" h="4536581">
                  <a:moveTo>
                    <a:pt x="0" y="453658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4"/>
            <p:cNvSpPr/>
            <p:nvPr/>
          </p:nvSpPr>
          <p:spPr>
            <a:xfrm>
              <a:off x="8352585" y="1441338"/>
              <a:ext cx="0" cy="4536581"/>
            </a:xfrm>
            <a:custGeom>
              <a:avLst/>
              <a:pathLst>
                <a:path w="0" h="4536581">
                  <a:moveTo>
                    <a:pt x="0" y="453658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5"/>
            <p:cNvSpPr/>
            <p:nvPr/>
          </p:nvSpPr>
          <p:spPr>
            <a:xfrm>
              <a:off x="1061020" y="5841910"/>
              <a:ext cx="7499980" cy="0"/>
            </a:xfrm>
            <a:custGeom>
              <a:avLst/>
              <a:pathLst>
                <a:path w="7499980" h="0">
                  <a:moveTo>
                    <a:pt x="0" y="0"/>
                  </a:moveTo>
                  <a:lnTo>
                    <a:pt x="7499980" y="0"/>
                  </a:lnTo>
                  <a:lnTo>
                    <a:pt x="749998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6"/>
            <p:cNvSpPr/>
            <p:nvPr/>
          </p:nvSpPr>
          <p:spPr>
            <a:xfrm>
              <a:off x="1061020" y="4964428"/>
              <a:ext cx="7499980" cy="0"/>
            </a:xfrm>
            <a:custGeom>
              <a:avLst/>
              <a:pathLst>
                <a:path w="7499980" h="0">
                  <a:moveTo>
                    <a:pt x="0" y="0"/>
                  </a:moveTo>
                  <a:lnTo>
                    <a:pt x="7499980" y="0"/>
                  </a:lnTo>
                  <a:lnTo>
                    <a:pt x="749998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7"/>
            <p:cNvSpPr/>
            <p:nvPr/>
          </p:nvSpPr>
          <p:spPr>
            <a:xfrm>
              <a:off x="1061020" y="4086946"/>
              <a:ext cx="7499980" cy="0"/>
            </a:xfrm>
            <a:custGeom>
              <a:avLst/>
              <a:pathLst>
                <a:path w="7499980" h="0">
                  <a:moveTo>
                    <a:pt x="0" y="0"/>
                  </a:moveTo>
                  <a:lnTo>
                    <a:pt x="7499980" y="0"/>
                  </a:lnTo>
                  <a:lnTo>
                    <a:pt x="749998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8"/>
            <p:cNvSpPr/>
            <p:nvPr/>
          </p:nvSpPr>
          <p:spPr>
            <a:xfrm>
              <a:off x="1061020" y="3209464"/>
              <a:ext cx="7499980" cy="0"/>
            </a:xfrm>
            <a:custGeom>
              <a:avLst/>
              <a:pathLst>
                <a:path w="7499980" h="0">
                  <a:moveTo>
                    <a:pt x="0" y="0"/>
                  </a:moveTo>
                  <a:lnTo>
                    <a:pt x="7499980" y="0"/>
                  </a:lnTo>
                  <a:lnTo>
                    <a:pt x="749998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19"/>
            <p:cNvSpPr/>
            <p:nvPr/>
          </p:nvSpPr>
          <p:spPr>
            <a:xfrm>
              <a:off x="1061020" y="2331982"/>
              <a:ext cx="7499980" cy="0"/>
            </a:xfrm>
            <a:custGeom>
              <a:avLst/>
              <a:pathLst>
                <a:path w="7499980" h="0">
                  <a:moveTo>
                    <a:pt x="0" y="0"/>
                  </a:moveTo>
                  <a:lnTo>
                    <a:pt x="7499980" y="0"/>
                  </a:lnTo>
                  <a:lnTo>
                    <a:pt x="749998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0"/>
            <p:cNvSpPr/>
            <p:nvPr/>
          </p:nvSpPr>
          <p:spPr>
            <a:xfrm>
              <a:off x="1061020" y="1454500"/>
              <a:ext cx="7499980" cy="0"/>
            </a:xfrm>
            <a:custGeom>
              <a:avLst/>
              <a:pathLst>
                <a:path w="7499980" h="0">
                  <a:moveTo>
                    <a:pt x="0" y="0"/>
                  </a:moveTo>
                  <a:lnTo>
                    <a:pt x="7499980" y="0"/>
                  </a:lnTo>
                  <a:lnTo>
                    <a:pt x="749998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1"/>
            <p:cNvSpPr/>
            <p:nvPr/>
          </p:nvSpPr>
          <p:spPr>
            <a:xfrm>
              <a:off x="2250930" y="1441338"/>
              <a:ext cx="0" cy="4536581"/>
            </a:xfrm>
            <a:custGeom>
              <a:avLst/>
              <a:pathLst>
                <a:path w="0" h="4536581">
                  <a:moveTo>
                    <a:pt x="0" y="453658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2"/>
            <p:cNvSpPr/>
            <p:nvPr/>
          </p:nvSpPr>
          <p:spPr>
            <a:xfrm>
              <a:off x="3994260" y="1441338"/>
              <a:ext cx="0" cy="4536581"/>
            </a:xfrm>
            <a:custGeom>
              <a:avLst/>
              <a:pathLst>
                <a:path w="0" h="4536581">
                  <a:moveTo>
                    <a:pt x="0" y="453658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3"/>
            <p:cNvSpPr/>
            <p:nvPr/>
          </p:nvSpPr>
          <p:spPr>
            <a:xfrm>
              <a:off x="5737590" y="1441338"/>
              <a:ext cx="0" cy="4536581"/>
            </a:xfrm>
            <a:custGeom>
              <a:avLst/>
              <a:pathLst>
                <a:path w="0" h="4536581">
                  <a:moveTo>
                    <a:pt x="0" y="453658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4"/>
            <p:cNvSpPr/>
            <p:nvPr/>
          </p:nvSpPr>
          <p:spPr>
            <a:xfrm>
              <a:off x="7480920" y="1441338"/>
              <a:ext cx="0" cy="4536581"/>
            </a:xfrm>
            <a:custGeom>
              <a:avLst/>
              <a:pathLst>
                <a:path w="0" h="4536581">
                  <a:moveTo>
                    <a:pt x="0" y="453658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5"/>
            <p:cNvSpPr/>
            <p:nvPr/>
          </p:nvSpPr>
          <p:spPr>
            <a:xfrm>
              <a:off x="3298719" y="387837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6"/>
            <p:cNvSpPr/>
            <p:nvPr/>
          </p:nvSpPr>
          <p:spPr>
            <a:xfrm>
              <a:off x="3743269" y="387837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7"/>
            <p:cNvSpPr/>
            <p:nvPr/>
          </p:nvSpPr>
          <p:spPr>
            <a:xfrm>
              <a:off x="2775720" y="356248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8"/>
            <p:cNvSpPr/>
            <p:nvPr/>
          </p:nvSpPr>
          <p:spPr>
            <a:xfrm>
              <a:off x="4336001" y="380817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29"/>
            <p:cNvSpPr/>
            <p:nvPr/>
          </p:nvSpPr>
          <p:spPr>
            <a:xfrm>
              <a:off x="4728250" y="428201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0"/>
            <p:cNvSpPr/>
            <p:nvPr/>
          </p:nvSpPr>
          <p:spPr>
            <a:xfrm>
              <a:off x="4763117" y="438731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1"/>
            <p:cNvSpPr/>
            <p:nvPr/>
          </p:nvSpPr>
          <p:spPr>
            <a:xfrm>
              <a:off x="4954883" y="505420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2"/>
            <p:cNvSpPr/>
            <p:nvPr/>
          </p:nvSpPr>
          <p:spPr>
            <a:xfrm>
              <a:off x="4292418" y="328168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3"/>
            <p:cNvSpPr/>
            <p:nvPr/>
          </p:nvSpPr>
          <p:spPr>
            <a:xfrm>
              <a:off x="4222684" y="356248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4"/>
            <p:cNvSpPr/>
            <p:nvPr/>
          </p:nvSpPr>
          <p:spPr>
            <a:xfrm>
              <a:off x="4728250" y="419426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5"/>
            <p:cNvSpPr/>
            <p:nvPr/>
          </p:nvSpPr>
          <p:spPr>
            <a:xfrm>
              <a:off x="4728250" y="4439963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6"/>
            <p:cNvSpPr/>
            <p:nvPr/>
          </p:nvSpPr>
          <p:spPr>
            <a:xfrm>
              <a:off x="5826548" y="468565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7"/>
            <p:cNvSpPr/>
            <p:nvPr/>
          </p:nvSpPr>
          <p:spPr>
            <a:xfrm>
              <a:off x="5233816" y="452771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8"/>
            <p:cNvSpPr/>
            <p:nvPr/>
          </p:nvSpPr>
          <p:spPr>
            <a:xfrm>
              <a:off x="5320982" y="4896253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39"/>
            <p:cNvSpPr/>
            <p:nvPr/>
          </p:nvSpPr>
          <p:spPr>
            <a:xfrm>
              <a:off x="7883678" y="573863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0"/>
            <p:cNvSpPr/>
            <p:nvPr/>
          </p:nvSpPr>
          <p:spPr>
            <a:xfrm>
              <a:off x="8187017" y="573863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1"/>
            <p:cNvSpPr/>
            <p:nvPr/>
          </p:nvSpPr>
          <p:spPr>
            <a:xfrm>
              <a:off x="8049294" y="4984002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2"/>
            <p:cNvSpPr/>
            <p:nvPr/>
          </p:nvSpPr>
          <p:spPr>
            <a:xfrm>
              <a:off x="2566521" y="1877715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3"/>
            <p:cNvSpPr/>
            <p:nvPr/>
          </p:nvSpPr>
          <p:spPr>
            <a:xfrm>
              <a:off x="1546672" y="222870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4"/>
            <p:cNvSpPr/>
            <p:nvPr/>
          </p:nvSpPr>
          <p:spPr>
            <a:xfrm>
              <a:off x="1930205" y="161447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5"/>
            <p:cNvSpPr/>
            <p:nvPr/>
          </p:nvSpPr>
          <p:spPr>
            <a:xfrm>
              <a:off x="3028503" y="379062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6"/>
            <p:cNvSpPr/>
            <p:nvPr/>
          </p:nvSpPr>
          <p:spPr>
            <a:xfrm>
              <a:off x="4867717" y="4843605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7"/>
            <p:cNvSpPr/>
            <p:nvPr/>
          </p:nvSpPr>
          <p:spPr>
            <a:xfrm>
              <a:off x="4719533" y="4896253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8"/>
            <p:cNvSpPr/>
            <p:nvPr/>
          </p:nvSpPr>
          <p:spPr>
            <a:xfrm>
              <a:off x="5425582" y="522969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49"/>
            <p:cNvSpPr/>
            <p:nvPr/>
          </p:nvSpPr>
          <p:spPr>
            <a:xfrm>
              <a:off x="5434299" y="419426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0"/>
            <p:cNvSpPr/>
            <p:nvPr/>
          </p:nvSpPr>
          <p:spPr>
            <a:xfrm>
              <a:off x="2104538" y="277274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1"/>
            <p:cNvSpPr/>
            <p:nvPr/>
          </p:nvSpPr>
          <p:spPr>
            <a:xfrm>
              <a:off x="2461921" y="3000892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2"/>
            <p:cNvSpPr/>
            <p:nvPr/>
          </p:nvSpPr>
          <p:spPr>
            <a:xfrm>
              <a:off x="1368853" y="222870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3"/>
            <p:cNvSpPr/>
            <p:nvPr/>
          </p:nvSpPr>
          <p:spPr>
            <a:xfrm>
              <a:off x="4257551" y="479095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4"/>
            <p:cNvSpPr/>
            <p:nvPr/>
          </p:nvSpPr>
          <p:spPr>
            <a:xfrm>
              <a:off x="3560219" y="410652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5"/>
            <p:cNvSpPr/>
            <p:nvPr/>
          </p:nvSpPr>
          <p:spPr>
            <a:xfrm>
              <a:off x="4954883" y="4931353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6"/>
            <p:cNvSpPr/>
            <p:nvPr/>
          </p:nvSpPr>
          <p:spPr>
            <a:xfrm>
              <a:off x="3577652" y="380817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tx57"/>
            <p:cNvSpPr/>
            <p:nvPr/>
          </p:nvSpPr>
          <p:spPr>
            <a:xfrm>
              <a:off x="874078" y="5801719"/>
              <a:ext cx="124311" cy="802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59" name="tx58"/>
            <p:cNvSpPr/>
            <p:nvPr/>
          </p:nvSpPr>
          <p:spPr>
            <a:xfrm>
              <a:off x="874078" y="4924728"/>
              <a:ext cx="124311" cy="797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</a:t>
              </a:r>
            </a:p>
          </p:txBody>
        </p:sp>
        <p:sp>
          <p:nvSpPr>
            <p:cNvPr id="60" name="tx59"/>
            <p:cNvSpPr/>
            <p:nvPr/>
          </p:nvSpPr>
          <p:spPr>
            <a:xfrm>
              <a:off x="874078" y="4046482"/>
              <a:ext cx="124311" cy="8054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61" name="tx60"/>
            <p:cNvSpPr/>
            <p:nvPr/>
          </p:nvSpPr>
          <p:spPr>
            <a:xfrm>
              <a:off x="874078" y="3169164"/>
              <a:ext cx="124311" cy="803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62" name="tx61"/>
            <p:cNvSpPr/>
            <p:nvPr/>
          </p:nvSpPr>
          <p:spPr>
            <a:xfrm>
              <a:off x="874078" y="2291682"/>
              <a:ext cx="124311" cy="803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63" name="tx62"/>
            <p:cNvSpPr/>
            <p:nvPr/>
          </p:nvSpPr>
          <p:spPr>
            <a:xfrm>
              <a:off x="874078" y="1414200"/>
              <a:ext cx="124311" cy="803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35</a:t>
              </a:r>
            </a:p>
          </p:txBody>
        </p:sp>
        <p:sp>
          <p:nvSpPr>
            <p:cNvPr id="64" name="pl63"/>
            <p:cNvSpPr/>
            <p:nvPr/>
          </p:nvSpPr>
          <p:spPr>
            <a:xfrm>
              <a:off x="1026225" y="5841910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l64"/>
            <p:cNvSpPr/>
            <p:nvPr/>
          </p:nvSpPr>
          <p:spPr>
            <a:xfrm>
              <a:off x="1026225" y="4964428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l65"/>
            <p:cNvSpPr/>
            <p:nvPr/>
          </p:nvSpPr>
          <p:spPr>
            <a:xfrm>
              <a:off x="1026225" y="4086946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l66"/>
            <p:cNvSpPr/>
            <p:nvPr/>
          </p:nvSpPr>
          <p:spPr>
            <a:xfrm>
              <a:off x="1026225" y="3209464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l67"/>
            <p:cNvSpPr/>
            <p:nvPr/>
          </p:nvSpPr>
          <p:spPr>
            <a:xfrm>
              <a:off x="1026225" y="2331982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l68"/>
            <p:cNvSpPr/>
            <p:nvPr/>
          </p:nvSpPr>
          <p:spPr>
            <a:xfrm>
              <a:off x="1026225" y="1454500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l69"/>
            <p:cNvSpPr/>
            <p:nvPr/>
          </p:nvSpPr>
          <p:spPr>
            <a:xfrm>
              <a:off x="2250930" y="5977919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l70"/>
            <p:cNvSpPr/>
            <p:nvPr/>
          </p:nvSpPr>
          <p:spPr>
            <a:xfrm>
              <a:off x="3994260" y="5977919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l71"/>
            <p:cNvSpPr/>
            <p:nvPr/>
          </p:nvSpPr>
          <p:spPr>
            <a:xfrm>
              <a:off x="5737590" y="5977919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l72"/>
            <p:cNvSpPr/>
            <p:nvPr/>
          </p:nvSpPr>
          <p:spPr>
            <a:xfrm>
              <a:off x="7480920" y="5977919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tx73"/>
            <p:cNvSpPr/>
            <p:nvPr/>
          </p:nvSpPr>
          <p:spPr>
            <a:xfrm>
              <a:off x="2219852" y="6042296"/>
              <a:ext cx="62155" cy="7841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75" name="tx74"/>
            <p:cNvSpPr/>
            <p:nvPr/>
          </p:nvSpPr>
          <p:spPr>
            <a:xfrm>
              <a:off x="3963182" y="6040331"/>
              <a:ext cx="62155" cy="803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76" name="tx75"/>
            <p:cNvSpPr/>
            <p:nvPr/>
          </p:nvSpPr>
          <p:spPr>
            <a:xfrm>
              <a:off x="5706512" y="6042350"/>
              <a:ext cx="62155" cy="78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77" name="tx76"/>
            <p:cNvSpPr/>
            <p:nvPr/>
          </p:nvSpPr>
          <p:spPr>
            <a:xfrm>
              <a:off x="7449842" y="6041914"/>
              <a:ext cx="62155" cy="787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  <p:sp>
          <p:nvSpPr>
            <p:cNvPr id="78" name="tx77"/>
            <p:cNvSpPr/>
            <p:nvPr/>
          </p:nvSpPr>
          <p:spPr>
            <a:xfrm>
              <a:off x="4741160" y="6185822"/>
              <a:ext cx="139700" cy="9461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wt</a:t>
              </a:r>
            </a:p>
          </p:txBody>
        </p:sp>
        <p:sp>
          <p:nvSpPr>
            <p:cNvPr id="79" name="tx78"/>
            <p:cNvSpPr/>
            <p:nvPr/>
          </p:nvSpPr>
          <p:spPr>
            <a:xfrm rot="-5400000">
              <a:off x="619638" y="3656764"/>
              <a:ext cx="271760" cy="10572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mpg</a:t>
              </a:r>
            </a:p>
          </p:txBody>
        </p:sp>
      </p:grpSp>
      <p:sp>
        <p:nvSpPr>
          <p:cNvPr id="80" name="Title 1"/>
          <p:cNvSpPr>
            <a:spLocks noGrp="1"/>
          </p:cNvSpPr>
          <p:nvPr>
            <p:ph type="title" hasCustomPrompt="1"/>
          </p:nvPr>
        </p:nvSpPr>
        <p:spPr>
          <a:xfrm>
            <a:off x="641652" y="198782"/>
            <a:ext cx="6487202" cy="620562"/>
          </a:xfrm>
        </p:spPr>
        <p:txBody>
          <a:bodyPr/>
          <a:lstStyle/>
          <a:p>
            <a:r>
              <a:rPr/>
              <a:t>My title</a:t>
            </a:r>
          </a:p>
        </p:txBody>
      </p:sp>
      <p:sp>
        <p:nvSpPr>
          <p:cNvPr id="81" name="Caption Placeholder 1"/>
          <p:cNvSpPr>
            <a:spLocks noGrp="1"/>
          </p:cNvSpPr>
          <p:nvPr>
            <p:ph type="body" sz="quarter" idx="10"/>
          </p:nvPr>
        </p:nvSpPr>
        <p:spPr>
          <a:xfrm>
            <a:off x="639115" y="6525074"/>
            <a:ext cx="7991475" cy="268287"/>
          </a:xfrm>
        </p:spPr>
        <p:txBody>
          <a:bodyPr/>
          <a:lstStyle/>
          <a:p>
            <a:r>
              <a:rPr/>
              <a:t>Notes: notes. 
Source: source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/>
          <p:cNvSpPr>
            <a:spLocks noGrp="1"/>
          </p:cNvSpPr>
          <p:nvPr>
            <p:ph sz="half" idx="1" hasCustomPrompt="1"/>
          </p:nvPr>
        </p:nvSpPr>
        <p:spPr>
          <a:xfrm>
            <a:off x="641331" y="862664"/>
            <a:ext cx="7992000" cy="643145"/>
          </a:xfrm>
        </p:spPr>
        <p:txBody>
          <a:bodyPr/>
          <a:lstStyle/>
          <a:p>
            <a:r>
              <a:rPr/>
              <a:t>subtitle</a:t>
            </a:r>
          </a:p>
        </p:txBody>
      </p:sp>
      <p:grpSp xmlns:pic="http://schemas.openxmlformats.org/drawingml/2006/picture">
        <p:nvGrpSpPr>
          <p:cNvPr id="3" name="Content Placeholder 3"/>
          <p:cNvGrpSpPr/>
          <p:nvPr/>
        </p:nvGrpSpPr>
        <p:grpSpPr>
          <a:xfrm>
            <a:off x="638590" y="1371749"/>
            <a:ext cx="7992000" cy="5009174"/>
            <a:chOff x="638590" y="1371749"/>
            <a:chExt cx="7992000" cy="5009174"/>
          </a:xfrm>
        </p:grpSpPr>
        <p:sp>
          <p:nvSpPr>
            <p:cNvPr id="4" name="rc3"/>
            <p:cNvSpPr/>
            <p:nvPr/>
          </p:nvSpPr>
          <p:spPr>
            <a:xfrm>
              <a:off x="638590" y="1371749"/>
              <a:ext cx="7992000" cy="500917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843470" y="1463188"/>
              <a:ext cx="7677391" cy="428058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l5"/>
            <p:cNvSpPr/>
            <p:nvPr/>
          </p:nvSpPr>
          <p:spPr>
            <a:xfrm>
              <a:off x="843470" y="5064638"/>
              <a:ext cx="7677391" cy="0"/>
            </a:xfrm>
            <a:custGeom>
              <a:avLst/>
              <a:pathLst>
                <a:path w="7677391" h="0">
                  <a:moveTo>
                    <a:pt x="0" y="0"/>
                  </a:moveTo>
                  <a:lnTo>
                    <a:pt x="7677391" y="0"/>
                  </a:lnTo>
                  <a:lnTo>
                    <a:pt x="7677391" y="0"/>
                  </a:lnTo>
                </a:path>
              </a:pathLst>
            </a:custGeom>
            <a:ln w="4762" cap="flat">
              <a:solidFill>
                <a:srgbClr val="C3C7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843470" y="4069639"/>
              <a:ext cx="7677391" cy="0"/>
            </a:xfrm>
            <a:custGeom>
              <a:avLst/>
              <a:pathLst>
                <a:path w="7677391" h="0">
                  <a:moveTo>
                    <a:pt x="0" y="0"/>
                  </a:moveTo>
                  <a:lnTo>
                    <a:pt x="7677391" y="0"/>
                  </a:lnTo>
                  <a:lnTo>
                    <a:pt x="7677391" y="0"/>
                  </a:lnTo>
                </a:path>
              </a:pathLst>
            </a:custGeom>
            <a:ln w="4762" cap="flat">
              <a:solidFill>
                <a:srgbClr val="C3C7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843470" y="3074640"/>
              <a:ext cx="7677391" cy="0"/>
            </a:xfrm>
            <a:custGeom>
              <a:avLst/>
              <a:pathLst>
                <a:path w="7677391" h="0">
                  <a:moveTo>
                    <a:pt x="0" y="0"/>
                  </a:moveTo>
                  <a:lnTo>
                    <a:pt x="7677391" y="0"/>
                  </a:lnTo>
                  <a:lnTo>
                    <a:pt x="7677391" y="0"/>
                  </a:lnTo>
                </a:path>
              </a:pathLst>
            </a:custGeom>
            <a:ln w="4762" cap="flat">
              <a:solidFill>
                <a:srgbClr val="C3C7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8"/>
            <p:cNvSpPr/>
            <p:nvPr/>
          </p:nvSpPr>
          <p:spPr>
            <a:xfrm>
              <a:off x="843470" y="2079640"/>
              <a:ext cx="7677391" cy="0"/>
            </a:xfrm>
            <a:custGeom>
              <a:avLst/>
              <a:pathLst>
                <a:path w="7677391" h="0">
                  <a:moveTo>
                    <a:pt x="0" y="0"/>
                  </a:moveTo>
                  <a:lnTo>
                    <a:pt x="7677391" y="0"/>
                  </a:lnTo>
                  <a:lnTo>
                    <a:pt x="7677391" y="0"/>
                  </a:lnTo>
                </a:path>
              </a:pathLst>
            </a:custGeom>
            <a:ln w="4762" cap="flat">
              <a:solidFill>
                <a:srgbClr val="C3C7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t9"/>
            <p:cNvSpPr/>
            <p:nvPr/>
          </p:nvSpPr>
          <p:spPr>
            <a:xfrm>
              <a:off x="4307543" y="4414663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t10"/>
            <p:cNvSpPr/>
            <p:nvPr/>
          </p:nvSpPr>
          <p:spPr>
            <a:xfrm>
              <a:off x="4307543" y="416093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t11"/>
            <p:cNvSpPr/>
            <p:nvPr/>
          </p:nvSpPr>
          <p:spPr>
            <a:xfrm>
              <a:off x="4842139" y="4713163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t12"/>
            <p:cNvSpPr/>
            <p:nvPr/>
          </p:nvSpPr>
          <p:spPr>
            <a:xfrm>
              <a:off x="4426342" y="382263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3"/>
            <p:cNvSpPr/>
            <p:nvPr/>
          </p:nvSpPr>
          <p:spPr>
            <a:xfrm>
              <a:off x="3624449" y="359876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4"/>
            <p:cNvSpPr/>
            <p:nvPr/>
          </p:nvSpPr>
          <p:spPr>
            <a:xfrm>
              <a:off x="3446250" y="357886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5"/>
            <p:cNvSpPr/>
            <p:nvPr/>
          </p:nvSpPr>
          <p:spPr>
            <a:xfrm>
              <a:off x="2317659" y="346941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t16"/>
            <p:cNvSpPr/>
            <p:nvPr/>
          </p:nvSpPr>
          <p:spPr>
            <a:xfrm>
              <a:off x="5317336" y="384751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7"/>
            <p:cNvSpPr/>
            <p:nvPr/>
          </p:nvSpPr>
          <p:spPr>
            <a:xfrm>
              <a:off x="4842139" y="388731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8"/>
            <p:cNvSpPr/>
            <p:nvPr/>
          </p:nvSpPr>
          <p:spPr>
            <a:xfrm>
              <a:off x="3772947" y="359876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9"/>
            <p:cNvSpPr/>
            <p:nvPr/>
          </p:nvSpPr>
          <p:spPr>
            <a:xfrm>
              <a:off x="3357151" y="359876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0"/>
            <p:cNvSpPr/>
            <p:nvPr/>
          </p:nvSpPr>
          <p:spPr>
            <a:xfrm>
              <a:off x="2941354" y="2971915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1"/>
            <p:cNvSpPr/>
            <p:nvPr/>
          </p:nvSpPr>
          <p:spPr>
            <a:xfrm>
              <a:off x="3208652" y="331021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2"/>
            <p:cNvSpPr/>
            <p:nvPr/>
          </p:nvSpPr>
          <p:spPr>
            <a:xfrm>
              <a:off x="2584957" y="326046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3"/>
            <p:cNvSpPr/>
            <p:nvPr/>
          </p:nvSpPr>
          <p:spPr>
            <a:xfrm>
              <a:off x="1159367" y="1797815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4"/>
            <p:cNvSpPr/>
            <p:nvPr/>
          </p:nvSpPr>
          <p:spPr>
            <a:xfrm>
              <a:off x="1159367" y="162468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5"/>
            <p:cNvSpPr/>
            <p:nvPr/>
          </p:nvSpPr>
          <p:spPr>
            <a:xfrm>
              <a:off x="2436458" y="170329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6"/>
            <p:cNvSpPr/>
            <p:nvPr/>
          </p:nvSpPr>
          <p:spPr>
            <a:xfrm>
              <a:off x="7693318" y="4832563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7"/>
            <p:cNvSpPr/>
            <p:nvPr/>
          </p:nvSpPr>
          <p:spPr>
            <a:xfrm>
              <a:off x="7099322" y="541463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8"/>
            <p:cNvSpPr/>
            <p:nvPr/>
          </p:nvSpPr>
          <p:spPr>
            <a:xfrm>
              <a:off x="8138814" y="519573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29"/>
            <p:cNvSpPr/>
            <p:nvPr/>
          </p:nvSpPr>
          <p:spPr>
            <a:xfrm>
              <a:off x="4456042" y="456888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0"/>
            <p:cNvSpPr/>
            <p:nvPr/>
          </p:nvSpPr>
          <p:spPr>
            <a:xfrm>
              <a:off x="2674056" y="351916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1"/>
            <p:cNvSpPr/>
            <p:nvPr/>
          </p:nvSpPr>
          <p:spPr>
            <a:xfrm>
              <a:off x="2584957" y="360373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2"/>
            <p:cNvSpPr/>
            <p:nvPr/>
          </p:nvSpPr>
          <p:spPr>
            <a:xfrm>
              <a:off x="2020661" y="320076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3"/>
            <p:cNvSpPr/>
            <p:nvPr/>
          </p:nvSpPr>
          <p:spPr>
            <a:xfrm>
              <a:off x="3772947" y="319578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4"/>
            <p:cNvSpPr/>
            <p:nvPr/>
          </p:nvSpPr>
          <p:spPr>
            <a:xfrm>
              <a:off x="6178629" y="509623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5"/>
            <p:cNvSpPr/>
            <p:nvPr/>
          </p:nvSpPr>
          <p:spPr>
            <a:xfrm>
              <a:off x="5792532" y="4892263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6"/>
            <p:cNvSpPr/>
            <p:nvPr/>
          </p:nvSpPr>
          <p:spPr>
            <a:xfrm>
              <a:off x="7099322" y="551612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7"/>
            <p:cNvSpPr/>
            <p:nvPr/>
          </p:nvSpPr>
          <p:spPr>
            <a:xfrm>
              <a:off x="2763155" y="386741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8"/>
            <p:cNvSpPr/>
            <p:nvPr/>
          </p:nvSpPr>
          <p:spPr>
            <a:xfrm>
              <a:off x="3921446" y="426541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39"/>
            <p:cNvSpPr/>
            <p:nvPr/>
          </p:nvSpPr>
          <p:spPr>
            <a:xfrm>
              <a:off x="2525557" y="346941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0"/>
            <p:cNvSpPr/>
            <p:nvPr/>
          </p:nvSpPr>
          <p:spPr>
            <a:xfrm>
              <a:off x="4426342" y="425546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tx41"/>
            <p:cNvSpPr/>
            <p:nvPr/>
          </p:nvSpPr>
          <p:spPr>
            <a:xfrm>
              <a:off x="640418" y="4986224"/>
              <a:ext cx="127136" cy="160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3" name="tx42"/>
            <p:cNvSpPr/>
            <p:nvPr/>
          </p:nvSpPr>
          <p:spPr>
            <a:xfrm>
              <a:off x="640418" y="3987207"/>
              <a:ext cx="127136" cy="16441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4" name="tx43"/>
            <p:cNvSpPr/>
            <p:nvPr/>
          </p:nvSpPr>
          <p:spPr>
            <a:xfrm>
              <a:off x="640418" y="2996337"/>
              <a:ext cx="127136" cy="16028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5" name="tx44"/>
            <p:cNvSpPr/>
            <p:nvPr/>
          </p:nvSpPr>
          <p:spPr>
            <a:xfrm>
              <a:off x="640418" y="2000445"/>
              <a:ext cx="127136" cy="1611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  <p:sp>
          <p:nvSpPr>
            <p:cNvPr id="46" name="pl45"/>
            <p:cNvSpPr/>
            <p:nvPr/>
          </p:nvSpPr>
          <p:spPr>
            <a:xfrm>
              <a:off x="843470" y="5743775"/>
              <a:ext cx="7677391" cy="0"/>
            </a:xfrm>
            <a:custGeom>
              <a:avLst/>
              <a:pathLst>
                <a:path w="7677391" h="0">
                  <a:moveTo>
                    <a:pt x="0" y="0"/>
                  </a:moveTo>
                  <a:lnTo>
                    <a:pt x="7677391" y="0"/>
                  </a:lnTo>
                </a:path>
              </a:pathLst>
            </a:custGeom>
            <a:ln w="952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l46"/>
            <p:cNvSpPr/>
            <p:nvPr/>
          </p:nvSpPr>
          <p:spPr>
            <a:xfrm>
              <a:off x="1073643" y="5743775"/>
              <a:ext cx="0" cy="56936"/>
            </a:xfrm>
            <a:custGeom>
              <a:avLst/>
              <a:pathLst>
                <a:path w="0" h="56936">
                  <a:moveTo>
                    <a:pt x="0" y="56936"/>
                  </a:moveTo>
                  <a:lnTo>
                    <a:pt x="0" y="0"/>
                  </a:lnTo>
                </a:path>
              </a:pathLst>
            </a:custGeom>
            <a:ln w="7143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l47"/>
            <p:cNvSpPr/>
            <p:nvPr/>
          </p:nvSpPr>
          <p:spPr>
            <a:xfrm>
              <a:off x="2558632" y="5743775"/>
              <a:ext cx="0" cy="56936"/>
            </a:xfrm>
            <a:custGeom>
              <a:avLst/>
              <a:pathLst>
                <a:path w="0" h="56936">
                  <a:moveTo>
                    <a:pt x="0" y="56936"/>
                  </a:moveTo>
                  <a:lnTo>
                    <a:pt x="0" y="0"/>
                  </a:lnTo>
                </a:path>
              </a:pathLst>
            </a:custGeom>
            <a:ln w="7143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l48"/>
            <p:cNvSpPr/>
            <p:nvPr/>
          </p:nvSpPr>
          <p:spPr>
            <a:xfrm>
              <a:off x="4043621" y="5743775"/>
              <a:ext cx="0" cy="56936"/>
            </a:xfrm>
            <a:custGeom>
              <a:avLst/>
              <a:pathLst>
                <a:path w="0" h="56936">
                  <a:moveTo>
                    <a:pt x="0" y="56936"/>
                  </a:moveTo>
                  <a:lnTo>
                    <a:pt x="0" y="0"/>
                  </a:lnTo>
                </a:path>
              </a:pathLst>
            </a:custGeom>
            <a:ln w="7143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l49"/>
            <p:cNvSpPr/>
            <p:nvPr/>
          </p:nvSpPr>
          <p:spPr>
            <a:xfrm>
              <a:off x="5528609" y="5743775"/>
              <a:ext cx="0" cy="56936"/>
            </a:xfrm>
            <a:custGeom>
              <a:avLst/>
              <a:pathLst>
                <a:path w="0" h="56936">
                  <a:moveTo>
                    <a:pt x="0" y="56936"/>
                  </a:moveTo>
                  <a:lnTo>
                    <a:pt x="0" y="0"/>
                  </a:lnTo>
                </a:path>
              </a:pathLst>
            </a:custGeom>
            <a:ln w="7143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l50"/>
            <p:cNvSpPr/>
            <p:nvPr/>
          </p:nvSpPr>
          <p:spPr>
            <a:xfrm>
              <a:off x="7013598" y="5743775"/>
              <a:ext cx="0" cy="56936"/>
            </a:xfrm>
            <a:custGeom>
              <a:avLst/>
              <a:pathLst>
                <a:path w="0" h="56936">
                  <a:moveTo>
                    <a:pt x="0" y="56936"/>
                  </a:moveTo>
                  <a:lnTo>
                    <a:pt x="0" y="0"/>
                  </a:lnTo>
                </a:path>
              </a:pathLst>
            </a:custGeom>
            <a:ln w="7143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l51"/>
            <p:cNvSpPr/>
            <p:nvPr/>
          </p:nvSpPr>
          <p:spPr>
            <a:xfrm>
              <a:off x="8498587" y="5743775"/>
              <a:ext cx="0" cy="56936"/>
            </a:xfrm>
            <a:custGeom>
              <a:avLst/>
              <a:pathLst>
                <a:path w="0" h="56936">
                  <a:moveTo>
                    <a:pt x="0" y="56936"/>
                  </a:moveTo>
                  <a:lnTo>
                    <a:pt x="0" y="0"/>
                  </a:lnTo>
                </a:path>
              </a:pathLst>
            </a:custGeom>
            <a:ln w="7143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tx52"/>
            <p:cNvSpPr/>
            <p:nvPr/>
          </p:nvSpPr>
          <p:spPr>
            <a:xfrm>
              <a:off x="946507" y="5876403"/>
              <a:ext cx="254272" cy="16419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54" name="tx53"/>
            <p:cNvSpPr/>
            <p:nvPr/>
          </p:nvSpPr>
          <p:spPr>
            <a:xfrm>
              <a:off x="2431496" y="5877408"/>
              <a:ext cx="254272" cy="16319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15</a:t>
              </a:r>
            </a:p>
          </p:txBody>
        </p:sp>
        <p:sp>
          <p:nvSpPr>
            <p:cNvPr id="55" name="tx54"/>
            <p:cNvSpPr/>
            <p:nvPr/>
          </p:nvSpPr>
          <p:spPr>
            <a:xfrm>
              <a:off x="3916484" y="5875845"/>
              <a:ext cx="254272" cy="1647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6" name="tx55"/>
            <p:cNvSpPr/>
            <p:nvPr/>
          </p:nvSpPr>
          <p:spPr>
            <a:xfrm>
              <a:off x="5401473" y="5876180"/>
              <a:ext cx="254272" cy="16441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57" name="tx56"/>
            <p:cNvSpPr/>
            <p:nvPr/>
          </p:nvSpPr>
          <p:spPr>
            <a:xfrm>
              <a:off x="6886462" y="5876180"/>
              <a:ext cx="254272" cy="16441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8" name="tx57"/>
            <p:cNvSpPr/>
            <p:nvPr/>
          </p:nvSpPr>
          <p:spPr>
            <a:xfrm>
              <a:off x="8371450" y="5876180"/>
              <a:ext cx="254272" cy="16441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35</a:t>
              </a:r>
            </a:p>
          </p:txBody>
        </p:sp>
        <p:sp>
          <p:nvSpPr>
            <p:cNvPr id="59" name="tx58"/>
            <p:cNvSpPr/>
            <p:nvPr/>
          </p:nvSpPr>
          <p:spPr>
            <a:xfrm>
              <a:off x="4459817" y="6139057"/>
              <a:ext cx="444698" cy="17301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mpg</a:t>
              </a:r>
            </a:p>
          </p:txBody>
        </p:sp>
      </p:grpSp>
      <p:sp>
        <p:nvSpPr>
          <p:cNvPr id="60" name="Title 1"/>
          <p:cNvSpPr>
            <a:spLocks noGrp="1"/>
          </p:cNvSpPr>
          <p:nvPr>
            <p:ph type="title" hasCustomPrompt="1"/>
          </p:nvPr>
        </p:nvSpPr>
        <p:spPr>
          <a:xfrm>
            <a:off x="641652" y="198782"/>
            <a:ext cx="6487202" cy="620562"/>
          </a:xfrm>
        </p:spPr>
        <p:txBody>
          <a:bodyPr/>
          <a:lstStyle/>
          <a:p>
            <a:r>
              <a:rPr/>
              <a:t>title</a:t>
            </a:r>
          </a:p>
        </p:txBody>
      </p:sp>
      <p:sp>
        <p:nvSpPr>
          <p:cNvPr id="61" name="Caption Placeholder 1"/>
          <p:cNvSpPr>
            <a:spLocks noGrp="1"/>
          </p:cNvSpPr>
          <p:nvPr>
            <p:ph type="body" sz="quarter" idx="10"/>
          </p:nvPr>
        </p:nvSpPr>
        <p:spPr>
          <a:xfrm>
            <a:off x="639115" y="6525074"/>
            <a:ext cx="7991475" cy="268287"/>
          </a:xfrm>
        </p:spPr>
        <p:txBody>
          <a:bodyPr/>
          <a:lstStyle/>
          <a:p>
            <a:r>
              <a:rPr/>
              <a:t>Notes: notes. 
Source: source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46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3" baseType="lpstr">
      <vt:lpstr>Arial</vt:lpstr>
      <vt:lpstr>Calibri</vt:lpstr>
      <vt:lpstr>Office Theme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PowerPoint Presentation</dc:title>
  <dc:creator>Matt Cowgill</dc:creator>
  <cp:lastModifiedBy>mbbowes</cp:lastModifiedBy>
  <cp:revision>32</cp:revision>
  <dcterms:created xsi:type="dcterms:W3CDTF">2019-02-12T04:35:04Z</dcterms:created>
  <dcterms:modified xsi:type="dcterms:W3CDTF">2025-10-07T18:28:42Z</dcterms:modified>
</cp:coreProperties>
</file>