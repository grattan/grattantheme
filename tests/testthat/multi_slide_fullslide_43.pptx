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3647" y="1441338"/>
              <a:ext cx="7497353" cy="4541593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3647" y="540754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3647" y="452909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3647" y="3650643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3647" y="277219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3647" y="189374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178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450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21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93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58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3647" y="584677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3647" y="496832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3647" y="4089869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3647" y="3211417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3647" y="233296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3647" y="145451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314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586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857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29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0551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4945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7735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7469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9581" y="42851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4436" y="43906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135" y="50582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3901" y="32837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4193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9581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9581" y="44433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7494" y="46892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4970" y="45311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106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903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137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462" y="498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8609" y="18782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9118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2516" y="1614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0430" y="37932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8999" y="48474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0868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6669" y="52339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383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6788" y="27742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4046" y="30026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1361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047" y="47946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1959" y="4109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135" y="49352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9386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1355" y="580722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1355" y="492877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1355" y="40503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1355" y="317186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1355" y="229341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1355" y="141496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8852" y="58467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8852" y="49683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8852" y="40898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8852" y="32114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8852" y="23329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8852" y="14545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314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586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857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29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0725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44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16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8883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074" y="6182952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2665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8922" y="1463189"/>
              <a:ext cx="7671939" cy="4276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8922" y="5060975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8922" y="4066988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8922" y="3073000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8922" y="2079013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0512" y="44116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0512" y="4158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4728" y="47098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9226" y="38202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7902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9830" y="35766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2040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9587" y="38450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4728" y="38848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6295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0794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5292" y="2970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2400" y="3308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9148" y="32586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64571" y="1797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64571" y="16244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0755" y="17030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882" y="482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0308" y="54105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062" y="51919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8905" y="45656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8184" y="35170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9148" y="36015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5253" y="3198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6295" y="31939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0269" y="5092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4446" y="4888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0308" y="55119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7220" y="3864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4689" y="42625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9791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9226" y="42525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005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606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076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8089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8922" y="573942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8931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62866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6800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0734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4668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02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343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0278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4212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398146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2080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66014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39101" y="6145922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2026-04-16T14:22:25Z</dcterms:modified>
</cp:coreProperties>
</file>