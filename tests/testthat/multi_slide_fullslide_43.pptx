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Relationship Id="rId8" Type="http://schemas.openxmlformats.org/officeDocument/2006/relationships/slide" Target="slides/slide2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5110" y="1441338"/>
              <a:ext cx="7495890" cy="4538850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5110" y="540515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5110" y="452722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5110" y="364930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5110" y="277138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5110" y="189346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318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556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94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1032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9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5110" y="584411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5110" y="496619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5110" y="408826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5110" y="321034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5110" y="233242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5110" y="1454506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437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675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913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50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1571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5878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8857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8287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30322" y="42834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5170" y="43888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832" y="50560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4728" y="32826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5032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30322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30322" y="4441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8021" y="46872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5612" y="45292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731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4029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203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555" y="49857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9772" y="1877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50480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3803" y="16145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1502" y="37918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9713" y="48453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1610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7274" y="52316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986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8041" y="27734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5229" y="30016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2757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880" y="47926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2928" y="41078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832" y="49331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80352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2818" y="580456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2818" y="492664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2818" y="40487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2818" y="317080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2818" y="229287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2818" y="141495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30315" y="58441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30315" y="49661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30315" y="40882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30315" y="32103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30315" y="23324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30315" y="14545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4371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675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913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509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1956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4335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71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09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806" y="6181489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1294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48922" y="1463189"/>
              <a:ext cx="7671939" cy="428482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48922" y="5068206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48922" y="4072221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48922" y="3076236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48922" y="2080251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4310512" y="441762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310512" y="41636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844728" y="47164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429226" y="38250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627902" y="36009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449830" y="35809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22040" y="347143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5319587" y="38499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4844728" y="388974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776295" y="36009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360794" y="36009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45292" y="29734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212400" y="331207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89148" y="32622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164571" y="179818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164571" y="16248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440755" y="17035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7693882" y="483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7100308" y="54185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8139062" y="51994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458905" y="4571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678184" y="35212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589148" y="36058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025253" y="32025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3776295" y="31975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80269" y="50998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5794446" y="48956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100308" y="55201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767220" y="38698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3924689" y="42682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29791" y="347143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4429226" y="42582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640418" y="4987282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640418" y="3991297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40418" y="2995312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640418" y="1999327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848922" y="5748016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078931" y="5748016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562866" y="5748016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4046800" y="5748016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5530734" y="5748016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7014668" y="5748016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8498602" y="5748016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946343" y="5880868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430278" y="5880868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3914212" y="5880868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5398146" y="5880868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6882080" y="5880868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366014" y="5880868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4439101" y="6150219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2025-12-16T09:42:11Z</dcterms:modified>
</cp:coreProperties>
</file>