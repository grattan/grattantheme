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20" y="1441338"/>
              <a:ext cx="7499980" cy="45365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20" y="5403169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20" y="4525687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20" y="3648205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20" y="2770723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20" y="1893241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264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59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2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5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5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20" y="5841910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20" y="4964428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20" y="4086946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20" y="3209464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20" y="2331982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20" y="1454500"/>
              <a:ext cx="7499980" cy="0"/>
            </a:xfrm>
            <a:custGeom>
              <a:avLst/>
              <a:pathLst>
                <a:path w="7499980" h="0">
                  <a:moveTo>
                    <a:pt x="0" y="0"/>
                  </a:moveTo>
                  <a:lnTo>
                    <a:pt x="7499980" y="0"/>
                  </a:lnTo>
                  <a:lnTo>
                    <a:pt x="749998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3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26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59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20" y="1441338"/>
              <a:ext cx="0" cy="4536581"/>
            </a:xfrm>
            <a:custGeom>
              <a:avLst/>
              <a:pathLst>
                <a:path w="0" h="4536581">
                  <a:moveTo>
                    <a:pt x="0" y="45365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19" y="38783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269" y="38783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20" y="35624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01" y="38081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50" y="42820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17" y="43873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883" y="50542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18" y="328168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684" y="35624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50" y="4194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50" y="4439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48" y="46856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16" y="45277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0982" y="48962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78" y="5738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17" y="5738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4" y="49840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21" y="18777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672" y="22287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05" y="16144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03" y="37906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17" y="48436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33" y="48962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582" y="52296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299" y="41942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38" y="27727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21" y="300089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853" y="22287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51" y="47909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19" y="41065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883" y="49313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52" y="38081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78" y="5801719"/>
              <a:ext cx="124311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78" y="4924728"/>
              <a:ext cx="124311" cy="7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78" y="4046482"/>
              <a:ext cx="124311" cy="805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78" y="3169164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78" y="2291682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78" y="1414200"/>
              <a:ext cx="124311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25" y="58419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25" y="49644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25" y="408694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25" y="32094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25" y="23319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25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3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26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59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20" y="5977919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52" y="6042296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182" y="6040331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12" y="6042350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2" y="6041914"/>
              <a:ext cx="62155" cy="787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160" y="6185822"/>
              <a:ext cx="139700" cy="946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19638" y="3656764"/>
              <a:ext cx="271760" cy="1057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58653" y="1463188"/>
              <a:ext cx="7662208" cy="428058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58653" y="5064638"/>
              <a:ext cx="7662208" cy="0"/>
            </a:xfrm>
            <a:custGeom>
              <a:avLst/>
              <a:pathLst>
                <a:path w="7662208" h="0">
                  <a:moveTo>
                    <a:pt x="0" y="0"/>
                  </a:moveTo>
                  <a:lnTo>
                    <a:pt x="7662208" y="0"/>
                  </a:lnTo>
                  <a:lnTo>
                    <a:pt x="766220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58653" y="4069639"/>
              <a:ext cx="7662208" cy="0"/>
            </a:xfrm>
            <a:custGeom>
              <a:avLst/>
              <a:pathLst>
                <a:path w="7662208" h="0">
                  <a:moveTo>
                    <a:pt x="0" y="0"/>
                  </a:moveTo>
                  <a:lnTo>
                    <a:pt x="7662208" y="0"/>
                  </a:lnTo>
                  <a:lnTo>
                    <a:pt x="766220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58653" y="3074640"/>
              <a:ext cx="7662208" cy="0"/>
            </a:xfrm>
            <a:custGeom>
              <a:avLst/>
              <a:pathLst>
                <a:path w="7662208" h="0">
                  <a:moveTo>
                    <a:pt x="0" y="0"/>
                  </a:moveTo>
                  <a:lnTo>
                    <a:pt x="7662208" y="0"/>
                  </a:lnTo>
                  <a:lnTo>
                    <a:pt x="766220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58653" y="2079640"/>
              <a:ext cx="7662208" cy="0"/>
            </a:xfrm>
            <a:custGeom>
              <a:avLst/>
              <a:pathLst>
                <a:path w="7662208" h="0">
                  <a:moveTo>
                    <a:pt x="0" y="0"/>
                  </a:moveTo>
                  <a:lnTo>
                    <a:pt x="7662208" y="0"/>
                  </a:lnTo>
                  <a:lnTo>
                    <a:pt x="7662208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5810" y="44146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5810" y="41609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9349" y="47131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34375" y="38226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34066" y="35987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56220" y="35788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9861" y="34694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23606" y="38475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9349" y="38873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82272" y="35987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7297" y="35987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52323" y="29719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9092" y="33102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96630" y="32604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73860" y="17978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73860" y="16246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8425" y="1703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4889" y="48325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2068" y="54146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504" y="51957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64016" y="45688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85553" y="35191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96630" y="36037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33450" y="32007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82272" y="31957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3196" y="50962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7862" y="4892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2068" y="55161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74476" y="38674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30477" y="42654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37348" y="34694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34375" y="42554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6224"/>
              <a:ext cx="127136" cy="160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7207"/>
              <a:ext cx="127136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6337"/>
              <a:ext cx="127136" cy="1602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2000445"/>
              <a:ext cx="127136" cy="1611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58653" y="5743775"/>
              <a:ext cx="7662208" cy="0"/>
            </a:xfrm>
            <a:custGeom>
              <a:avLst/>
              <a:pathLst>
                <a:path w="7662208" h="0">
                  <a:moveTo>
                    <a:pt x="0" y="0"/>
                  </a:moveTo>
                  <a:lnTo>
                    <a:pt x="7662208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88371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70423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52475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4527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6579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31" y="5743775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61235" y="5876403"/>
              <a:ext cx="254272" cy="1641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43287" y="5877408"/>
              <a:ext cx="254272" cy="1631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25339" y="5875845"/>
              <a:ext cx="254272" cy="1647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407390" y="5876180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9442" y="5876180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71494" y="5876180"/>
              <a:ext cx="254272" cy="164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67408" y="6139057"/>
              <a:ext cx="444698" cy="173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2025-10-07T17:33:35Z</dcterms:modified>
</cp:coreProperties>
</file>