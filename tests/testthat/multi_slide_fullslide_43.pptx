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3435" y="1463188"/>
              <a:ext cx="7677426" cy="42806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3435" y="5064667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3435" y="406966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3435" y="3074653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3435" y="2079645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07524" y="44146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07524" y="4160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2123" y="471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6324" y="38226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44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6227" y="35788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17631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7321" y="38475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2123" y="3887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2926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571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1329" y="2971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08628" y="33102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4930" y="3260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59334" y="1797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59334" y="16246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36430" y="17032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314" y="4832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099316" y="54146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8813" y="51957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6024" y="45689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4029" y="35191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4930" y="36037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0631" y="32007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2926" y="3195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78619" y="5096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2520" y="4892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099316" y="5516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3129" y="38674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1426" y="42654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5530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6324" y="42554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269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768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677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7669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3435" y="574381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361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58605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360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28596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3591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587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508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1503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6499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401494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6490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71485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59812" y="6148116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2025-12-15T14:18:07Z</dcterms:modified>
</cp:coreProperties>
</file>