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3647" y="1441338"/>
              <a:ext cx="7497353" cy="4541593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3647" y="540754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3647" y="452909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3647" y="3650643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3647" y="277219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3647" y="189374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178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450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21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93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58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3647" y="5846771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3647" y="4968320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3647" y="4089869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3647" y="3211417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3647" y="2332966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3647" y="1454514"/>
              <a:ext cx="7497353" cy="0"/>
            </a:xfrm>
            <a:custGeom>
              <a:avLst/>
              <a:pathLst>
                <a:path w="7497353" h="0">
                  <a:moveTo>
                    <a:pt x="0" y="0"/>
                  </a:moveTo>
                  <a:lnTo>
                    <a:pt x="7497353" y="0"/>
                  </a:lnTo>
                  <a:lnTo>
                    <a:pt x="749735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314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5860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857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299" y="1441338"/>
              <a:ext cx="0" cy="4541593"/>
            </a:xfrm>
            <a:custGeom>
              <a:avLst/>
              <a:pathLst>
                <a:path w="0" h="4541593">
                  <a:moveTo>
                    <a:pt x="0" y="454159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0551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4945" y="38811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7735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7469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9581" y="42851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4436" y="4390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135" y="50582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3901" y="32837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4193" y="3564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9581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9581" y="44433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7494" y="46892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4970" y="45311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106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903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137" y="57434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462" y="498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8609" y="1878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9118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2516" y="1614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0430" y="37932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8999" y="48474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0868" y="49001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6669" y="52339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383" y="4197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6788" y="27742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4046" y="30026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1361" y="22296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047" y="4794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1959" y="4109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135" y="49352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9386" y="38108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1355" y="580722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1355" y="492877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1355" y="40503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1355" y="317186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1355" y="229341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1355" y="141496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8852" y="584677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8852" y="49683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8852" y="40898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8852" y="32114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8852" y="233296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8852" y="14545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314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5860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857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299" y="5982931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0725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44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164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8883" y="6045561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074" y="6182952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2665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2026-04-17T10:07:26Z</dcterms:modified>
</cp:coreProperties>
</file>