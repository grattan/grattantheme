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5110" y="1441338"/>
              <a:ext cx="7495890" cy="453885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5110" y="540515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5110" y="452722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5110" y="364930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5110" y="277138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5110" y="189346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318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556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94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032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9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5110" y="584411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5110" y="496619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5110" y="408826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5110" y="321034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5110" y="233242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5110" y="1454506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437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675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913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50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1571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5878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8857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8287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0322" y="42834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5170" y="4388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832" y="50560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4728" y="32826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5032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0322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0322" y="4441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021" y="46872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5612" y="4529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731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029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203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555" y="4985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9772" y="1877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0480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3803" y="16145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1502" y="3791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9713" y="48453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1610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7274" y="523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986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8041" y="27734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5229" y="30016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2757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880" y="47926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2928" y="41078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832" y="49331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0352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2818" y="580456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2818" y="492664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2818" y="40487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2818" y="317080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2818" y="229287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2818" y="141495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0315" y="5844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0315" y="49661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0315" y="408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0315" y="32103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0315" y="233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0315" y="1454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4371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675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913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509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1956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4335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71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09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806" y="618148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129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8922" y="1463189"/>
              <a:ext cx="7671939" cy="42762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8922" y="5060975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8922" y="4066988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8922" y="3073000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8922" y="2079013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10512" y="44116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10512" y="4158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4728" y="47098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9226" y="38202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7902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9830" y="35766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22040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9587" y="38450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4728" y="38848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6295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60794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5292" y="2970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12400" y="33083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9148" y="32586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64571" y="1797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64571" y="16244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40755" y="17030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882" y="482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100308" y="54105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9062" y="51919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8905" y="45656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8184" y="35170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9148" y="36015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5253" y="3198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6295" y="31939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80269" y="5092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4446" y="4888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100308" y="55119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7220" y="3864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4689" y="42625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9791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9226" y="42525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005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606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076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8089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8922" y="5739421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8931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62866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6800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30734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4668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602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343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0278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4212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398146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2080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66014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39101" y="6145922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2026-02-17T11:16:20Z</dcterms:modified>
</cp:coreProperties>
</file>