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"/>
  </p:notesMasterIdLst>
  <p:sldIdLst>
    <p:sldId id="256" r:id="rId6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90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67"/>
    <p:restoredTop sz="94694"/>
  </p:normalViewPr>
  <p:slideViewPr>
    <p:cSldViewPr snapToGrid="0" snapToObjects="1">
      <p:cViewPr varScale="1">
        <p:scale>
          <a:sx n="129" d="100"/>
          <a:sy n="129" d="100"/>
        </p:scale>
        <p:origin x="68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Relationship Id="rId7" Type="http://schemas.openxmlformats.org/officeDocument/2006/relationships/notesMaster" Target="notesMasters/notesMaster1.xml"/>
<Relationship Id="rId8" Type="http://schemas.openxmlformats.org/officeDocument/2006/relationships/slide" Target="slides/slide2.xml"/>
</Relationships>

</file>

<file path=ppt/notesMasters/_rels/notesMaster1.xml.rels><?xml version="1.0" encoding="UTF-8" standalone="yes"?>

<Relationships  xmlns="http://schemas.openxmlformats.org/package/2006/relationships">
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10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/>
          </a:p>
        </p:txBody>
      </p:sp>
      <p:sp>
        <p:nvSpPr>
          <p:cNvPr id="11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marL="171450" lvl="0" indent="-1714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Edit Master text styles</a:t>
            </a:r>
          </a:p>
          <a:p>
            <a:pPr marL="450850" lvl="1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Second level</a:t>
            </a:r>
          </a:p>
          <a:p>
            <a:pPr marL="719138" lvl="2" indent="-17145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Third level</a:t>
            </a:r>
          </a:p>
          <a:p>
            <a:pPr marL="987425" lvl="3" indent="-171450" defTabSz="11699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Fourth level</a:t>
            </a:r>
          </a:p>
          <a:p>
            <a:pPr marL="1255713" lvl="4" indent="-17145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Fifth level</a:t>
            </a:r>
            <a:endParaRPr lang="en-IN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_rels/notesSlide2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/Users/mbbowes/Documents/GitHub/grattantheme/tests/testthat/multi_slide_fullslide_43.pptx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/Users/mbbowes/Documents/GitHub/grattantheme/tests/testthat/multi_slide_fullslide_43.pptx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>
            <a:extLst>
              <a:ext uri="{FF2B5EF4-FFF2-40B4-BE49-F238E27FC236}">
                <a16:creationId xmlns:a16="http://schemas.microsoft.com/office/drawing/2014/main" id="{44D005F0-3FDA-D04B-84DD-1363FABAE9B6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1845221" y="3391818"/>
            <a:ext cx="6780334" cy="430887"/>
          </a:xfrm>
        </p:spPr>
        <p:txBody>
          <a:bodyPr/>
          <a:lstStyle>
            <a:lvl1pPr algn="r">
              <a:defRPr sz="2800"/>
            </a:lvl1pPr>
          </a:lstStyle>
          <a:p>
            <a:r>
              <a:rPr lang="en-US" dirty="0"/>
              <a:t>Click to edit </a:t>
            </a:r>
            <a:r>
              <a:rPr lang="en-US"/>
              <a:t>Master title style</a:t>
            </a:r>
            <a:endParaRPr lang="en-AU" dirty="0"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CF96A3B4-E487-2E43-AB4D-AF0B84261717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845221" y="4146129"/>
            <a:ext cx="6780334" cy="338554"/>
          </a:xfrm>
        </p:spPr>
        <p:txBody>
          <a:bodyPr/>
          <a:lstStyle>
            <a:lvl1pPr algn="r">
              <a:defRPr sz="2200"/>
            </a:lvl1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82E06D4E-6FDB-CF4F-A1E4-67EA24E8CF41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292"/>
            </a:lvl1pPr>
          </a:lstStyle>
          <a:p>
            <a:endParaRPr lang="en-US" dirty="0"/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50F3A1FE-D85A-214B-BC70-C1B9CAF6925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ctr">
              <a:defRPr sz="1292"/>
            </a:lvl1pPr>
          </a:lstStyle>
          <a:p>
            <a:endParaRPr lang="en-US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BAC7EBFE-F4CA-034D-9C58-E44E2CE12F8A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</p:spPr>
        <p:txBody>
          <a:bodyPr wrap="none" lIns="0" tIns="0" rIns="0" bIns="0"/>
          <a:lstStyle>
            <a:lvl1pPr eaLnBrk="0" hangingPunct="0">
              <a:defRPr sz="1292" i="0"/>
            </a:lvl1pPr>
          </a:lstStyle>
          <a:p>
            <a:fld id="{3E7C0CC8-E12B-4B1E-958E-BC6C5916F62C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3" name="Picture 8" descr="GrattanLogo">
            <a:extLst>
              <a:ext uri="{FF2B5EF4-FFF2-40B4-BE49-F238E27FC236}">
                <a16:creationId xmlns:a16="http://schemas.microsoft.com/office/drawing/2014/main" id="{360FAE97-D26D-764E-8987-030894C6ECB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02721" y="981075"/>
            <a:ext cx="3922834" cy="10810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26096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6497707" cy="4797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776813A-6BA6-2B48-8868-0EF29F4BF7DF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28650" y="890676"/>
            <a:ext cx="7991368" cy="5376559"/>
          </a:xfrm>
        </p:spPr>
        <p:txBody>
          <a:bodyPr/>
          <a:lstStyle>
            <a:lvl1pPr>
              <a:spcAft>
                <a:spcPts val="1800"/>
              </a:spcAft>
              <a:defRPr/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54292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ctr">
            <a:normAutofit/>
          </a:bodyPr>
          <a:lstStyle>
            <a:lvl1pPr algn="ctr">
              <a:defRPr sz="2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084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 lIns="0" tIns="0" rIns="0" bIns="0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 lIns="0" tIns="0" rIns="0" bIns="0"/>
          <a:lstStyle>
            <a:lvl1pPr>
              <a:lnSpc>
                <a:spcPct val="90000"/>
              </a:lnSpc>
              <a:spcAft>
                <a:spcPts val="0"/>
              </a:spcAft>
              <a:defRPr/>
            </a:lvl1pPr>
            <a:lvl2pPr>
              <a:lnSpc>
                <a:spcPct val="90000"/>
              </a:lnSpc>
              <a:spcAft>
                <a:spcPts val="0"/>
              </a:spcAft>
              <a:defRPr/>
            </a:lvl2pPr>
            <a:lvl3pPr>
              <a:lnSpc>
                <a:spcPct val="90000"/>
              </a:lnSpc>
              <a:spcAft>
                <a:spcPts val="0"/>
              </a:spcAft>
              <a:defRPr/>
            </a:lvl3pPr>
            <a:lvl4pPr>
              <a:lnSpc>
                <a:spcPct val="90000"/>
              </a:lnSpc>
              <a:spcAft>
                <a:spcPts val="0"/>
              </a:spcAft>
              <a:defRPr/>
            </a:lvl4pPr>
            <a:lvl5pPr>
              <a:lnSpc>
                <a:spcPct val="90000"/>
              </a:lnSpc>
              <a:spcAft>
                <a:spcPts val="0"/>
              </a:spcAft>
              <a:defRPr/>
            </a:lvl5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8590" y="1371749"/>
            <a:ext cx="7992000" cy="5009174"/>
          </a:xfrm>
        </p:spPr>
        <p:txBody>
          <a:bodyPr/>
          <a:lstStyle>
            <a:lvl1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aption Placeholder 1">
            <a:extLst>
              <a:ext uri="{FF2B5EF4-FFF2-40B4-BE49-F238E27FC236}">
                <a16:creationId xmlns:a16="http://schemas.microsoft.com/office/drawing/2014/main" id="{6E0C4110-01B7-BB28-A5D4-537EA5D12A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>
            <a:normAutofit/>
          </a:bodyPr>
          <a:lstStyle>
            <a:lvl1pPr>
              <a:defRPr sz="1000"/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032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17464-26F0-F70E-03FB-7D458DC13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286176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E868C-2161-3F70-9E5A-5C38113B1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57248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ED932-2FE5-9703-B8AE-C45091E0F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542078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7886700" cy="4797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914087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Heading 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/>
              <a:cs typeface="+mn-cs"/>
            </a:endParaRPr>
          </a:p>
          <a:p>
            <a:pPr marL="165593" marR="0" lvl="1" indent="-164127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30000"/>
              <a:buFontTx/>
              <a:buChar char="•"/>
              <a:tabLst/>
              <a:defRPr/>
            </a:pPr>
            <a:r>
              <a:rPr kumimoji="0" lang="en-US" sz="17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First bullet</a:t>
            </a:r>
          </a:p>
          <a:p>
            <a:pPr marL="372217" marR="0" lvl="2" indent="-205159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–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Second level</a:t>
            </a:r>
          </a:p>
          <a:p>
            <a:pPr marL="517294" marR="0" lvl="3" indent="-131888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-"/>
              <a:tabLst/>
              <a:defRPr/>
            </a:pPr>
            <a:r>
              <a: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Third level</a:t>
            </a:r>
          </a:p>
          <a:p>
            <a:pPr marL="728315" marR="0" lvl="4" indent="-193436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&gt;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Fourth level</a:t>
            </a:r>
          </a:p>
          <a:p>
            <a:pPr lvl="0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8" descr="GrattanLogo">
            <a:extLst>
              <a:ext uri="{FF2B5EF4-FFF2-40B4-BE49-F238E27FC236}">
                <a16:creationId xmlns:a16="http://schemas.microsoft.com/office/drawing/2014/main" id="{67074FA1-84FC-A749-908E-C0C5F1D3C58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7186547" y="333380"/>
            <a:ext cx="1439008" cy="396875"/>
          </a:xfrm>
          <a:prstGeom prst="rect">
            <a:avLst/>
          </a:prstGeom>
          <a:noFill/>
        </p:spPr>
      </p:pic>
      <p:sp>
        <p:nvSpPr>
          <p:cNvPr id="8" name="Line 7">
            <a:extLst>
              <a:ext uri="{FF2B5EF4-FFF2-40B4-BE49-F238E27FC236}">
                <a16:creationId xmlns:a16="http://schemas.microsoft.com/office/drawing/2014/main" id="{5994C232-B4F2-F34D-9731-E1E62AAE633D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648001" y="844876"/>
            <a:ext cx="7977554" cy="0"/>
          </a:xfrm>
          <a:prstGeom prst="line">
            <a:avLst/>
          </a:prstGeom>
          <a:noFill/>
          <a:ln w="19050">
            <a:solidFill>
              <a:srgbClr val="F3901D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AU" sz="2215"/>
          </a:p>
        </p:txBody>
      </p:sp>
    </p:spTree>
    <p:extLst>
      <p:ext uri="{BB962C8B-B14F-4D97-AF65-F5344CB8AC3E}">
        <p14:creationId xmlns:p14="http://schemas.microsoft.com/office/powerpoint/2010/main" val="3976130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marR="0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Tx/>
        <a:buNone/>
        <a:tabLst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165593" marR="0" indent="-164127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Pct val="130000"/>
        <a:buFontTx/>
        <a:buChar char="•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372217" marR="0" indent="-205159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–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517294" marR="0" indent="-131888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-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728315" marR="0" indent="-193436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&gt;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063647" y="1441338"/>
              <a:ext cx="7497353" cy="4541593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63647" y="5407546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63647" y="4529094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063647" y="3650643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063647" y="2772191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063647" y="1893740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381780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124500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4867219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6609939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8352658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63647" y="5846771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1063647" y="4968320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1063647" y="4089869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1063647" y="3211417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63647" y="2332966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63647" y="1454514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253140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3995860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5738579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7481299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3300551" y="388110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744945" y="388110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777735" y="35648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4337469" y="381082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729581" y="42851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4764436" y="43906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4956135" y="50582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4293901" y="328375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224193" y="35648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4729581" y="419734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4729581" y="444331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5827494" y="468927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5234970" y="45311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322106" y="49001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7883903" y="57434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8187137" y="57434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8049462" y="498795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568609" y="18782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49118" y="222961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932516" y="16146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030430" y="37932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4868999" y="48474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4720868" y="49001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5426669" y="523391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5435383" y="419734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06788" y="27742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464046" y="300265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371361" y="222961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4259047" y="479469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561959" y="410950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4956135" y="493524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579386" y="381082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871355" y="5807224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871355" y="4928772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871355" y="4050321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871355" y="3171869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871355" y="2293418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871355" y="1414967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1028852" y="584677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1028852" y="496832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1028852" y="408986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1028852" y="321141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1028852" y="233296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1028852" y="145451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253140" y="598293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3995860" y="598293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5738579" y="598293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7481299" y="598293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220725" y="6045561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3963444" y="6045561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5706164" y="6045561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7448883" y="6045561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4738074" y="6182952"/>
              <a:ext cx="148498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607457" y="3662665"/>
              <a:ext cx="300380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
notes.
Source:
source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48922" y="1463189"/>
              <a:ext cx="7671939" cy="427623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848922" y="5060975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  <a:lnTo>
                    <a:pt x="767193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848922" y="4066988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  <a:lnTo>
                    <a:pt x="767193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848922" y="3073000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  <a:lnTo>
                    <a:pt x="767193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848922" y="2079013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  <a:lnTo>
                    <a:pt x="767193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4310512" y="44116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4310512" y="41581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4844728" y="470982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429226" y="38202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627902" y="3596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449830" y="357667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322040" y="34673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5319587" y="384505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4844728" y="388481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776295" y="3596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3360794" y="3596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2945292" y="297034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3212400" y="33083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589148" y="325860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164571" y="17974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164571" y="162448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440755" y="170301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7693882" y="48291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7100308" y="541058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8139062" y="519190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458905" y="456569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678184" y="351703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589148" y="36015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025253" y="319896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3776295" y="319399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80269" y="509250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5794446" y="48887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100308" y="551197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767220" y="386493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3924689" y="42625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529791" y="34673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4429226" y="42525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1"/>
            <p:cNvSpPr/>
            <p:nvPr/>
          </p:nvSpPr>
          <p:spPr>
            <a:xfrm>
              <a:off x="640418" y="4980050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640418" y="3986063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640418" y="2992076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640418" y="1998089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46" name="pl45"/>
            <p:cNvSpPr/>
            <p:nvPr/>
          </p:nvSpPr>
          <p:spPr>
            <a:xfrm>
              <a:off x="848922" y="5739421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</a:path>
              </a:pathLst>
            </a:custGeom>
            <a:ln w="952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1078931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2562866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4046800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5530734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7014668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8498602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tx52"/>
            <p:cNvSpPr/>
            <p:nvPr/>
          </p:nvSpPr>
          <p:spPr>
            <a:xfrm>
              <a:off x="946343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2430278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3914212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5398146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6882080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8366014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4439101" y="6145922"/>
              <a:ext cx="491581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6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title</a:t>
            </a:r>
          </a:p>
        </p:txBody>
      </p:sp>
      <p:sp>
        <p:nvSpPr>
          <p:cNvPr id="6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
notes.
Source:
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Matt Cowgill</dc:creator>
  <cp:lastModifiedBy>mbbowes</cp:lastModifiedBy>
  <cp:revision>32</cp:revision>
  <dcterms:created xsi:type="dcterms:W3CDTF">2019-02-12T04:35:04Z</dcterms:created>
  <dcterms:modified xsi:type="dcterms:W3CDTF">2026-04-17T15:55:16Z</dcterms:modified>
</cp:coreProperties>
</file>