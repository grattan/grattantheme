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Relationship Id="rId8" Type="http://schemas.openxmlformats.org/officeDocument/2006/relationships/slide" Target="slides/slide2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3647" y="1441338"/>
              <a:ext cx="7497353" cy="4541593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3647" y="5407546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3647" y="4529094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3647" y="3650643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3647" y="2772191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3647" y="1893740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8178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450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721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0993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658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3647" y="5846771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3647" y="4968320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3647" y="4089869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3647" y="3211417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3647" y="2332966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3647" y="1454514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314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586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857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129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300551" y="38811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4945" y="38811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7735" y="35648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7469" y="38108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29581" y="42851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4436" y="43906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6135" y="50582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3901" y="32837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4193" y="35648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29581" y="4197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29581" y="444331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7494" y="46892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4970" y="45311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2106" y="49001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3903" y="57434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137" y="57434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462" y="498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8609" y="18782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49118" y="22296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2516" y="16146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30430" y="37932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8999" y="48474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20868" y="49001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6669" y="52339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5383" y="4197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6788" y="27742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4046" y="30026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71361" y="22296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9047" y="47946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1959" y="41095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6135" y="49352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79386" y="38108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1355" y="580722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1355" y="492877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1355" y="4050321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1355" y="317186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1355" y="2293418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1355" y="141496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28852" y="58467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28852" y="496832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28852" y="40898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28852" y="32114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28852" y="233296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28852" y="14545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3140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5860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8579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1299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20725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3444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164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8883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38074" y="6182952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07457" y="3662665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
notes.
Source:
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48922" y="1463189"/>
              <a:ext cx="7671939" cy="427623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48922" y="5060975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48922" y="4066988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48922" y="3073000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48922" y="2079013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4310512" y="44116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310512" y="41581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844728" y="47098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429226" y="38202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627902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449830" y="357667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322040" y="34673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5319587" y="38450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4844728" y="38848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776295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360794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945292" y="2970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3212400" y="33083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589148" y="32586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164571" y="17974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164571" y="16244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440755" y="17030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7693882" y="48291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7100308" y="54105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8139062" y="51919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458905" y="45656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678184" y="35170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589148" y="36015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025253" y="319896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3776295" y="31939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80269" y="50925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5794446" y="48887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100308" y="55119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767220" y="386493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3924689" y="42625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529791" y="34673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4429226" y="42525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640418" y="4980050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640418" y="3986063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640418" y="2992076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640418" y="1998089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848922" y="5739421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078931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562866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4046800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5530734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7014668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8498602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946343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430278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3914212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5398146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6882080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8366014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4439101" y="6145922"/>
              <a:ext cx="491581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
notes.
Source:
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2026-07-14T15:25:46Z</dcterms:modified>
</cp:coreProperties>
</file>