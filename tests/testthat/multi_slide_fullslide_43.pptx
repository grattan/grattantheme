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87" y="1441338"/>
              <a:ext cx="7499913" cy="4536564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87" y="540315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87" y="4525675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87" y="364819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87" y="277071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87" y="1893239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329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64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58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7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7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87" y="5841893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87" y="496441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87" y="408693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87" y="3209457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87" y="233197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87" y="1454500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86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301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615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30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66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311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72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38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84" y="42820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50" y="43873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915" y="50541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55" y="32816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723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84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84" y="4439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72" y="4685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45" y="4527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1011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84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20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8" y="49839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74" y="18777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735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64" y="1614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52" y="37906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49" y="4843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67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610" y="5229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326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96" y="27727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75" y="30008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917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89" y="47909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63" y="4106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915" y="49313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96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98" y="580184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98" y="492436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98" y="404688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98" y="31694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98" y="22919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98" y="14144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92" y="58418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92" y="49644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92" y="4086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92" y="32094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92" y="23319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92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86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301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615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30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9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211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2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0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229" y="6180208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22362" y="3659511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3435" y="1463188"/>
              <a:ext cx="7677426" cy="42806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3435" y="5064667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3435" y="4069660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3435" y="3074653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3435" y="2079645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07524" y="44146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07524" y="41609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2123" y="471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6324" y="38226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4427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6227" y="35788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17631" y="34694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7321" y="38475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2123" y="3887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2926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57127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1329" y="2971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08628" y="33102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4930" y="3260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59334" y="1797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59334" y="16246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36430" y="17032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314" y="4832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099316" y="54146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8813" y="51957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6024" y="45689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4029" y="35191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4930" y="36037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0631" y="32007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2926" y="3195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78619" y="50962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2520" y="4892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099316" y="5516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3129" y="38674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1426" y="42654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5530" y="34694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6324" y="42554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2691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7684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677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7669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3435" y="5743810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3610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58605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3600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28596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3591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587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508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1503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6499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401494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6490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71485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59812" y="6148116"/>
              <a:ext cx="444672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2025-12-03T15:59:11Z</dcterms:modified>
</cp:coreProperties>
</file>