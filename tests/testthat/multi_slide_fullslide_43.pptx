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7"/>
  </p:notesMasterIdLst>
  <p:sldIdLst>
    <p:sldId id="256" r:id="rId6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90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67"/>
    <p:restoredTop sz="94694"/>
  </p:normalViewPr>
  <p:slideViewPr>
    <p:cSldViewPr snapToGrid="0" snapToObjects="1">
      <p:cViewPr varScale="1">
        <p:scale>
          <a:sx n="129" d="100"/>
          <a:sy n="129" d="100"/>
        </p:scale>
        <p:origin x="6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notesMaster" Target="notesMasters/notesMaster1.xml"/>
<Relationship Id="rId8" Type="http://schemas.openxmlformats.org/officeDocument/2006/relationships/slide" Target="slides/slide2.xml"/>
</Relationships>

</file>

<file path=ppt/notesMasters/_rels/notesMaster1.xml.rels><?xml version="1.0" encoding="UTF-8" standalone="yes"?>

<Relationships  xmlns="http://schemas.openxmlformats.org/package/2006/relationships">
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/Users/mbbowes/Documents/GitHub/grattantheme/tests/testthat/multi_slide_fullslide_43.pptx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44D005F0-3FDA-D04B-84DD-1363FABAE9B6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845221" y="3391818"/>
            <a:ext cx="6780334" cy="430887"/>
          </a:xfrm>
        </p:spPr>
        <p:txBody>
          <a:bodyPr/>
          <a:lstStyle>
            <a:lvl1pPr algn="r">
              <a:defRPr sz="2800"/>
            </a:lvl1pPr>
          </a:lstStyle>
          <a:p>
            <a:r>
              <a:rPr lang="en-US" dirty="0"/>
              <a:t>Click to edit </a:t>
            </a:r>
            <a:r>
              <a:rPr lang="en-US"/>
              <a:t>Master title style</a:t>
            </a:r>
            <a:endParaRPr lang="en-A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F96A3B4-E487-2E43-AB4D-AF0B8426171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45221" y="4146129"/>
            <a:ext cx="6780334" cy="338554"/>
          </a:xfrm>
        </p:spPr>
        <p:txBody>
          <a:bodyPr/>
          <a:lstStyle>
            <a:lvl1pPr algn="r">
              <a:defRPr sz="2200"/>
            </a:lvl1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9" name="Rectangle 4">
            <a:extLst>
              <a:ext uri="{FF2B5EF4-FFF2-40B4-BE49-F238E27FC236}">
                <a16:creationId xmlns:a16="http://schemas.microsoft.com/office/drawing/2014/main" id="{82E06D4E-6FDB-CF4F-A1E4-67EA24E8CF41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>
              <a:defRPr sz="1292"/>
            </a:lvl1pPr>
          </a:lstStyle>
          <a:p>
            <a:endParaRPr lang="en-US" dirty="0"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50F3A1FE-D85A-214B-BC70-C1B9CAF6925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defRPr sz="1292"/>
            </a:lvl1pPr>
          </a:lstStyle>
          <a:p>
            <a:endParaRPr lang="en-US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BAC7EBFE-F4CA-034D-9C58-E44E2CE12F8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 wrap="none" lIns="0" tIns="0" rIns="0" bIns="0"/>
          <a:lstStyle>
            <a:lvl1pPr eaLnBrk="0" hangingPunct="0">
              <a:defRPr sz="1292" i="0"/>
            </a:lvl1pPr>
          </a:lstStyle>
          <a:p>
            <a:fld id="{3E7C0CC8-E12B-4B1E-958E-BC6C5916F62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3" name="Picture 8" descr="GrattanLogo">
            <a:extLst>
              <a:ext uri="{FF2B5EF4-FFF2-40B4-BE49-F238E27FC236}">
                <a16:creationId xmlns:a16="http://schemas.microsoft.com/office/drawing/2014/main" id="{360FAE97-D26D-764E-8987-030894C6ECB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702721" y="981075"/>
            <a:ext cx="3922834" cy="10810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6096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6497707" cy="4797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776813A-6BA6-2B48-8868-0EF29F4BF7DF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28650" y="890676"/>
            <a:ext cx="7991368" cy="5376559"/>
          </a:xfrm>
        </p:spPr>
        <p:txBody>
          <a:bodyPr/>
          <a:lstStyle>
            <a:lvl1pPr>
              <a:spcAft>
                <a:spcPts val="1800"/>
              </a:spcAft>
              <a:defRPr/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54292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ctr">
            <a:normAutofit/>
          </a:bodyPr>
          <a:lstStyle>
            <a:lvl1pPr algn="ctr">
              <a:defRPr sz="2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084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 lIns="0" tIns="0" rIns="0" bIns="0"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 lIns="0" tIns="0" rIns="0" bIns="0"/>
          <a:lstStyle>
            <a:lvl1pPr>
              <a:lnSpc>
                <a:spcPct val="90000"/>
              </a:lnSpc>
              <a:spcAft>
                <a:spcPts val="0"/>
              </a:spcAft>
              <a:defRPr/>
            </a:lvl1pPr>
            <a:lvl2pPr>
              <a:lnSpc>
                <a:spcPct val="90000"/>
              </a:lnSpc>
              <a:spcAft>
                <a:spcPts val="0"/>
              </a:spcAft>
              <a:defRPr/>
            </a:lvl2pPr>
            <a:lvl3pPr>
              <a:lnSpc>
                <a:spcPct val="90000"/>
              </a:lnSpc>
              <a:spcAft>
                <a:spcPts val="0"/>
              </a:spcAft>
              <a:defRPr/>
            </a:lvl3pPr>
            <a:lvl4pPr>
              <a:lnSpc>
                <a:spcPct val="90000"/>
              </a:lnSpc>
              <a:spcAft>
                <a:spcPts val="0"/>
              </a:spcAft>
              <a:defRPr/>
            </a:lvl4pPr>
            <a:lvl5pPr>
              <a:lnSpc>
                <a:spcPct val="90000"/>
              </a:lnSpc>
              <a:spcAft>
                <a:spcPts val="0"/>
              </a:spcAft>
              <a:defRPr/>
            </a:lvl5pPr>
          </a:lstStyle>
          <a:p>
            <a:pPr lvl="0"/>
            <a:r>
              <a:rPr lang="en-US" dirty="0"/>
              <a:t>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8590" y="1371749"/>
            <a:ext cx="7992000" cy="5009174"/>
          </a:xfrm>
        </p:spPr>
        <p:txBody>
          <a:bodyPr/>
          <a:lstStyle>
            <a:lvl1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spcAft>
                <a:spcPts val="1800"/>
              </a:spcAft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aption Placeholder 1">
            <a:extLst>
              <a:ext uri="{FF2B5EF4-FFF2-40B4-BE49-F238E27FC236}">
                <a16:creationId xmlns:a16="http://schemas.microsoft.com/office/drawing/2014/main" id="{6E0C4110-01B7-BB28-A5D4-537EA5D12AC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>
            <a:normAutofit/>
          </a:bodyPr>
          <a:lstStyle>
            <a:lvl1pPr>
              <a:defRPr sz="1000"/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0329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17464-26F0-F70E-03FB-7D458DC13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286176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E868C-2161-3F70-9E5A-5C38113B1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57248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ED932-2FE5-9703-B8AE-C45091E0F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4207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19716"/>
            <a:ext cx="7886700" cy="4797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914087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  <a:cs typeface="+mn-cs"/>
              </a:rPr>
              <a:t>Heading 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ＭＳ Ｐゴシック"/>
              <a:cs typeface="+mn-cs"/>
            </a:endParaRPr>
          </a:p>
          <a:p>
            <a:pPr marL="165593" marR="0" lvl="1" indent="-164127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Pct val="130000"/>
              <a:buFontTx/>
              <a:buChar char="•"/>
              <a:tabLst/>
              <a:defRPr/>
            </a:pPr>
            <a:r>
              <a:rPr kumimoji="0" lang="en-US" sz="17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First bullet</a:t>
            </a:r>
          </a:p>
          <a:p>
            <a:pPr marL="372217" marR="0" lvl="2" indent="-205159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–"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Second level</a:t>
            </a:r>
          </a:p>
          <a:p>
            <a:pPr marL="517294" marR="0" lvl="3" indent="-131888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-"/>
              <a:tabLst/>
              <a:defRPr/>
            </a:pPr>
            <a:r>
              <a:rPr kumimoji="0" lang="en-US" sz="15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Third level</a:t>
            </a:r>
          </a:p>
          <a:p>
            <a:pPr marL="728315" marR="0" lvl="4" indent="-193436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Char char="&gt;"/>
              <a:tabLst/>
              <a:defRPr/>
            </a:pPr>
            <a:r>
              <a: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ＭＳ Ｐゴシック"/>
              </a:rPr>
              <a:t>Fourth level</a:t>
            </a:r>
          </a:p>
          <a:p>
            <a:pPr lvl="0"/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2C827D-FC0C-184A-B855-165F1307D257}" type="datetimeFigureOut">
              <a:rPr lang="en-US" smtClean="0"/>
              <a:t>12/28/22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8D261-E467-CB42-92CE-56E038D4601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8" descr="GrattanLogo">
            <a:extLst>
              <a:ext uri="{FF2B5EF4-FFF2-40B4-BE49-F238E27FC236}">
                <a16:creationId xmlns:a16="http://schemas.microsoft.com/office/drawing/2014/main" id="{67074FA1-84FC-A749-908E-C0C5F1D3C58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7186547" y="333380"/>
            <a:ext cx="1439008" cy="396875"/>
          </a:xfrm>
          <a:prstGeom prst="rect">
            <a:avLst/>
          </a:prstGeom>
          <a:noFill/>
        </p:spPr>
      </p:pic>
      <p:sp>
        <p:nvSpPr>
          <p:cNvPr id="8" name="Line 7">
            <a:extLst>
              <a:ext uri="{FF2B5EF4-FFF2-40B4-BE49-F238E27FC236}">
                <a16:creationId xmlns:a16="http://schemas.microsoft.com/office/drawing/2014/main" id="{5994C232-B4F2-F34D-9731-E1E62AAE633D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648001" y="844876"/>
            <a:ext cx="7977554" cy="0"/>
          </a:xfrm>
          <a:prstGeom prst="line">
            <a:avLst/>
          </a:prstGeom>
          <a:noFill/>
          <a:ln w="19050">
            <a:solidFill>
              <a:srgbClr val="F3901D"/>
            </a:solidFill>
            <a:round/>
            <a:headEnd/>
            <a:tailEnd/>
          </a:ln>
          <a:effectLst/>
        </p:spPr>
        <p:txBody>
          <a:bodyPr/>
          <a:lstStyle/>
          <a:p>
            <a:endParaRPr lang="en-AU" sz="2215"/>
          </a:p>
        </p:txBody>
      </p:sp>
    </p:spTree>
    <p:extLst>
      <p:ext uri="{BB962C8B-B14F-4D97-AF65-F5344CB8AC3E}">
        <p14:creationId xmlns:p14="http://schemas.microsoft.com/office/powerpoint/2010/main" val="3976130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marR="0" indent="0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Tx/>
        <a:buNone/>
        <a:tabLst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65593" marR="0" indent="-164127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Pct val="130000"/>
        <a:buFontTx/>
        <a:buChar char="•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72217" marR="0" indent="-205159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–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17294" marR="0" indent="-131888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8315" marR="0" indent="-193436" algn="l" defTabSz="914400" rtl="0" eaLnBrk="1" fontAlgn="base" latinLnBrk="0" hangingPunct="1">
        <a:lnSpc>
          <a:spcPct val="100000"/>
        </a:lnSpc>
        <a:spcBef>
          <a:spcPct val="0"/>
        </a:spcBef>
        <a:spcAft>
          <a:spcPct val="0"/>
        </a:spcAft>
        <a:buClrTx/>
        <a:buSzTx/>
        <a:buFont typeface="Arial" charset="0"/>
        <a:buChar char="&gt;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4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065110" y="1441338"/>
              <a:ext cx="7495890" cy="4538850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65110" y="540515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65110" y="452722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1065110" y="364930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1065110" y="277138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1065110" y="189346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8318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12556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486794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661032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835269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65110" y="584411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1065110" y="4966190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065110" y="4088269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1065110" y="3210348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65110" y="2332427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65110" y="1454506"/>
              <a:ext cx="7495890" cy="0"/>
            </a:xfrm>
            <a:custGeom>
              <a:avLst/>
              <a:pathLst>
                <a:path w="7495890" h="0">
                  <a:moveTo>
                    <a:pt x="0" y="0"/>
                  </a:moveTo>
                  <a:lnTo>
                    <a:pt x="7495890" y="0"/>
                  </a:lnTo>
                  <a:lnTo>
                    <a:pt x="749589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254371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99675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5739130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7481509" y="1441338"/>
              <a:ext cx="0" cy="4538850"/>
            </a:xfrm>
            <a:custGeom>
              <a:avLst/>
              <a:pathLst>
                <a:path w="0" h="4538850">
                  <a:moveTo>
                    <a:pt x="0" y="453885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3301571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745878" y="387961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778857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4338287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730322" y="42834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4765170" y="43888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4956832" y="50560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4294728" y="32826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225032" y="3563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4730322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4730322" y="444147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5828021" y="46872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5235612" y="45292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322731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7884029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8187203" y="5740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8049555" y="4985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569772" y="1877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50480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3803" y="16145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1502" y="37918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4869713" y="48453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4721610" y="48979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5427274" y="523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5435986" y="41956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08041" y="27734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465229" y="30016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372757" y="222911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59880" y="479264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62928" y="41078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4956832" y="493311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80352" y="38093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872818" y="580456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872818" y="492664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872818" y="4048721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872818" y="317080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872818" y="229287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872818" y="1414959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1030315" y="58441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1030315" y="49661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1030315" y="40882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1030315" y="321034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1030315" y="23324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030315" y="14545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254371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399675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5739130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7481509" y="598018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221956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3964335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570671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7449094" y="6042818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4738806" y="6181489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607457" y="3661294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41331" y="862664"/>
            <a:ext cx="7992000" cy="643145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638590" y="1371749"/>
            <a:ext cx="7992000" cy="5009174"/>
            <a:chOff x="638590" y="1371749"/>
            <a:chExt cx="7992000" cy="5009174"/>
          </a:xfrm>
        </p:grpSpPr>
        <p:sp>
          <p:nvSpPr>
            <p:cNvPr id="4" name="rc3"/>
            <p:cNvSpPr/>
            <p:nvPr/>
          </p:nvSpPr>
          <p:spPr>
            <a:xfrm>
              <a:off x="638590" y="1371749"/>
              <a:ext cx="7992000" cy="50091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48922" y="1463189"/>
              <a:ext cx="7671939" cy="427623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848922" y="5060975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848922" y="4066988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848922" y="3073000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848922" y="2079013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  <a:lnTo>
                    <a:pt x="7671939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4310512" y="44116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310512" y="41581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844728" y="47098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429226" y="38202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627902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449830" y="35766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322040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5319587" y="38450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4844728" y="388481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776295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360794" y="35965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945292" y="297034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3212400" y="33083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589148" y="325860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164571" y="17974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164571" y="162448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440755" y="17030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7693882" y="48291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7100308" y="54105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8139062" y="51919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4458905" y="45656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678184" y="351703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589148" y="36015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25253" y="319896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3776295" y="319399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80269" y="509250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5794446" y="48887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100308" y="55119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767220" y="386493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3924689" y="42625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529791" y="34673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4429226" y="42525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640418" y="498005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640418" y="398606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640418" y="2992076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640418" y="1998089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848922" y="5739421"/>
              <a:ext cx="7671939" cy="0"/>
            </a:xfrm>
            <a:custGeom>
              <a:avLst/>
              <a:pathLst>
                <a:path w="7671939" h="0">
                  <a:moveTo>
                    <a:pt x="0" y="0"/>
                  </a:moveTo>
                  <a:lnTo>
                    <a:pt x="7671939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1078931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62866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4046800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5530734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7014668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8498602" y="5739421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946343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430278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3914212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5398146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6882080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8366014" y="5872272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4439101" y="6145922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641652" y="198782"/>
            <a:ext cx="6487202" cy="620562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0"/>
          </p:nvPr>
        </p:nvSpPr>
        <p:spPr>
          <a:xfrm>
            <a:off x="639115" y="6525074"/>
            <a:ext cx="7991475" cy="268287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Matt Cowgill</dc:creator>
  <cp:lastModifiedBy>mbbowes</cp:lastModifiedBy>
  <cp:revision>32</cp:revision>
  <dcterms:created xsi:type="dcterms:W3CDTF">2019-02-12T04:35:04Z</dcterms:created>
  <dcterms:modified xsi:type="dcterms:W3CDTF">2026-01-13T09:21:31Z</dcterms:modified>
</cp:coreProperties>
</file>