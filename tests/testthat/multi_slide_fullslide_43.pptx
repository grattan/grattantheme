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76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0975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66988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3000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79013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16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58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098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02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766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50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48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0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08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586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7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4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0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2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05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19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656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170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15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198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3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2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88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119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4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25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25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005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606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076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808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394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45922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2026-01-13T10:34:22Z</dcterms:modified>
</cp:coreProperties>
</file>