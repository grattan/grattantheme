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1087" y="1441338"/>
              <a:ext cx="7499913" cy="4536564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1087" y="540315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1087" y="4525675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1087" y="364819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1087" y="277071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1087" y="1893239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79329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264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5958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27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587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1087" y="5841893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1087" y="496441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1087" y="408693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1087" y="3209457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1087" y="233197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1087" y="1454500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0986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4301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7615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0930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298766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3311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5772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6038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8284" y="42820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3150" y="43873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4915" y="50541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2455" y="32816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2723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8284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8284" y="4439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6572" y="4685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3845" y="4527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1011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684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020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298" y="49839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6574" y="18777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6735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0264" y="1614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8552" y="37906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7749" y="4843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19567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5610" y="5229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4326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4596" y="27727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1975" y="30008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68917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7589" y="47909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0263" y="4106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4915" y="49313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7696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4098" y="580184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4098" y="492436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4098" y="404688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4098" y="316940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4098" y="229192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4098" y="141444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6292" y="58418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6292" y="49644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6292" y="4086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6292" y="32094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6292" y="23319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6292" y="1454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0986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4301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7615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0930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1989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211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52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840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1229" y="6180208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22362" y="3659511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3435" y="1463188"/>
              <a:ext cx="7677426" cy="42806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3435" y="5064667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3435" y="4069660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3435" y="3074653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3435" y="2079645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07524" y="44146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07524" y="41609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2123" y="471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6324" y="38226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4427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6227" y="35788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17631" y="34694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7321" y="38475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2123" y="3887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2926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57127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1329" y="29719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08628" y="33102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4930" y="3260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59334" y="1797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59334" y="16246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36430" y="17032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314" y="4832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099316" y="54146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8813" y="51957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6024" y="45689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4029" y="35191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4930" y="36037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0631" y="32007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2926" y="3195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78619" y="50962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2520" y="4892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099316" y="5516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3129" y="38674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1426" y="42654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5530" y="34694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6324" y="42554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2691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7684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677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7669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3435" y="5743810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3610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58605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3600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28596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3591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587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508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1503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6499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401494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6490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71485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59812" y="6148116"/>
              <a:ext cx="444672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2025-12-03T17:03:28Z</dcterms:modified>
</cp:coreProperties>
</file>