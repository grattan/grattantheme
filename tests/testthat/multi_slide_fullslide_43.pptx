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8922" y="1463189"/>
              <a:ext cx="7671939" cy="4276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8922" y="5060975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8922" y="4066988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8922" y="3073000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8922" y="2079013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10512" y="44116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10512" y="4158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4728" y="47098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9226" y="38202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7902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9830" y="35766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22040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9587" y="38450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4728" y="38848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6295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60794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5292" y="2970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12400" y="33083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9148" y="32586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64571" y="1797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64571" y="16244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40755" y="17030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882" y="482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100308" y="54105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9062" y="51919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8905" y="45656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8184" y="35170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9148" y="36015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5253" y="3198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6295" y="31939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80269" y="5092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4446" y="4888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100308" y="55119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7220" y="3864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4689" y="42625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9791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9226" y="42525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005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606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076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8089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8922" y="5739421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8931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62866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6800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30734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4668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602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343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0278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4212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398146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2080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66014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39101" y="6145922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2026-01-14T16:39:58Z</dcterms:modified>
</cp:coreProperties>
</file>