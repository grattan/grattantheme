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7762" y="1441338"/>
              <a:ext cx="7493238" cy="453409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7762" y="54009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7762" y="45239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7762" y="36469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7762" y="27699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7762" y="18929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572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7484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9247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1010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773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7762" y="5839498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7762" y="4962497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7762" y="4085496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7762" y="3208495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7762" y="2331494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7762" y="1454493"/>
              <a:ext cx="7493238" cy="0"/>
            </a:xfrm>
            <a:custGeom>
              <a:avLst/>
              <a:pathLst>
                <a:path w="7493238" h="0">
                  <a:moveTo>
                    <a:pt x="0" y="0"/>
                  </a:moveTo>
                  <a:lnTo>
                    <a:pt x="7493238" y="0"/>
                  </a:lnTo>
                  <a:lnTo>
                    <a:pt x="749323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6602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8365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40128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891" y="1441338"/>
              <a:ext cx="0" cy="4534095"/>
            </a:xfrm>
            <a:custGeom>
              <a:avLst/>
              <a:pathLst>
                <a:path w="0" h="4534095">
                  <a:moveTo>
                    <a:pt x="0" y="45340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342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7570" y="38770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80891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9769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1666" y="4280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6501" y="438568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8095" y="50522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6225" y="32806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6555" y="35613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1666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1666" y="44383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977" y="468386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6777" y="45260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3865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257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324" y="57362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724" y="49820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71880" y="18774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294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6136" y="16143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3447" y="378932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71007" y="4841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2957" y="48943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8371" y="52276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7080" y="4192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10312" y="27719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7374" y="30000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5288" y="222825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61390" y="478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4685" y="41050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8095" y="49294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2102" y="38068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5470" y="579995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5470" y="492294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5470" y="404594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5470" y="31689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5470" y="229194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5470" y="1414945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2967" y="583949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2967" y="4962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2967" y="40854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2967" y="32084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2967" y="2331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2967" y="14544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6602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8365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40128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891" y="59754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4187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5950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7713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476" y="60380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0132" y="6178837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58916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2026-01-12T16:00:41Z</dcterms:modified>
</cp:coreProperties>
</file>