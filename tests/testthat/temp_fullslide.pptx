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7" Type="http://schemas.microsoft.com/office/2018/10/relationships/authors" Target="author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8" Type="http://schemas.openxmlformats.org/officeDocument/2006/relationships/slide" Target="slides/slide1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/Users/mbbowes/Documents/GitHub/grattantheme/tests/testthat/temp_fullslide.pptx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Some text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796532" y="1877752"/>
              <a:ext cx="10917891" cy="3817081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796532" y="5211238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796532" y="4472924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796532" y="3734610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796532" y="2996297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96532" y="2257983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259808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797613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335419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8873224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1411029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796532" y="5580395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796532" y="4842081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96532" y="4103767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796532" y="3365454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796532" y="2627140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796532" y="1888826"/>
              <a:ext cx="10917891" cy="0"/>
            </a:xfrm>
            <a:custGeom>
              <a:avLst/>
              <a:pathLst>
                <a:path w="10917891" h="0">
                  <a:moveTo>
                    <a:pt x="0" y="0"/>
                  </a:moveTo>
                  <a:lnTo>
                    <a:pt x="10917891" y="0"/>
                  </a:lnTo>
                  <a:lnTo>
                    <a:pt x="1091789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528711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5066516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7604321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0142126" y="1877752"/>
              <a:ext cx="0" cy="3817081"/>
            </a:xfrm>
            <a:custGeom>
              <a:avLst/>
              <a:pathLst>
                <a:path w="0" h="3817081">
                  <a:moveTo>
                    <a:pt x="0" y="38170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4069075" y="392303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4716215" y="392303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307733" y="365723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5579069" y="386396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6150075" y="42626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6200831" y="435125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6479990" y="491237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515624" y="342097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5414112" y="3657237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6150075" y="418882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6150075" y="439555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7748892" y="460227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6886039" y="4469382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7012929" y="477947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0743503" y="548825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1185081" y="548825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0984594" y="485330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3003197" y="223967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518581" y="253500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2076898" y="201818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3675715" y="3849198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6353100" y="473517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6137386" y="477947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7165197" y="506003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7177886" y="4188823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330678" y="2992754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850929" y="318471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259725" y="2535000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5464868" y="469087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4449746" y="4114991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6479990" y="4809006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4475124" y="3863965"/>
              <a:ext cx="66150" cy="66150"/>
            </a:xfrm>
            <a:prstGeom prst="ellipse">
              <a:avLst/>
            </a:prstGeom>
            <a:solidFill>
              <a:srgbClr val="EF7900">
                <a:alpha val="100000"/>
              </a:srgbClr>
            </a:solidFill>
            <a:ln w="9000" cap="rnd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7"/>
            <p:cNvSpPr/>
            <p:nvPr/>
          </p:nvSpPr>
          <p:spPr>
            <a:xfrm>
              <a:off x="604240" y="5540847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10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604240" y="4802533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15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604240" y="4064220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20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604240" y="3325906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25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604240" y="2587592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30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604240" y="1849278"/>
              <a:ext cx="129661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35</a:t>
              </a:r>
            </a:p>
          </p:txBody>
        </p:sp>
        <p:sp>
          <p:nvSpPr>
            <p:cNvPr id="64" name="pl63"/>
            <p:cNvSpPr/>
            <p:nvPr/>
          </p:nvSpPr>
          <p:spPr>
            <a:xfrm>
              <a:off x="761737" y="55803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761737" y="48420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761737" y="41037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761737" y="33654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61737" y="26271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761737" y="18888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528711" y="569483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5066516" y="569483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7604321" y="569483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10142126" y="5694833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3"/>
            <p:cNvSpPr/>
            <p:nvPr/>
          </p:nvSpPr>
          <p:spPr>
            <a:xfrm>
              <a:off x="2496295" y="5757463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2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5034100" y="5757463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3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7571906" y="5757463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4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0109711" y="5757463"/>
              <a:ext cx="64830" cy="79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venir Next"/>
                  <a:cs typeface="Avenir Next"/>
                </a:rPr>
                <a:t>5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181228" y="5894854"/>
              <a:ext cx="148498" cy="98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wt</a:t>
              </a:r>
            </a:p>
          </p:txBody>
        </p:sp>
        <p:sp>
          <p:nvSpPr>
            <p:cNvPr id="79" name="tx78"/>
            <p:cNvSpPr/>
            <p:nvPr/>
          </p:nvSpPr>
          <p:spPr>
            <a:xfrm rot="-5400000">
              <a:off x="340342" y="3736823"/>
              <a:ext cx="300380" cy="98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venir Next"/>
                  <a:cs typeface="Avenir Next"/>
                </a:rPr>
                <a:t>mpg</a:t>
              </a:r>
            </a:p>
          </p:txBody>
        </p:sp>
      </p:grpSp>
      <p:sp>
        <p:nvSpPr>
          <p:cNvPr id="80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1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>mbbowes</cp:lastModifiedBy>
  <cp:revision>271</cp:revision>
  <dcterms:created xsi:type="dcterms:W3CDTF">2022-05-20T01:54:03Z</dcterms:created>
  <dcterms:modified xsi:type="dcterms:W3CDTF">2026-07-14T15:25:48Z</dcterms:modified>
</cp:coreProperties>
</file>