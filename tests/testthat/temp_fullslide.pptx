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Some text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 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2026-03-04T14:36:03Z</dcterms:modified>
</cp:coreProperties>
</file>