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05" y="1877752"/>
              <a:ext cx="10920518" cy="381206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05" y="5206861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05" y="4469517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05" y="373217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05" y="2994828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05" y="2257484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29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0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24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4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05" y="5575533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05" y="4838189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05" y="4100845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05" y="3363500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05" y="2626156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05" y="188881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0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1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3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4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43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39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18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01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44" y="4259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12" y="43479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38" y="4908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40" y="34189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04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44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44" y="43922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46" y="45986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885" y="4465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06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77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1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26" y="48493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08" y="2239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35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587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789" y="38465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17" y="47313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52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10" y="50558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03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28" y="29912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04" y="3182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17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372" y="46871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06" y="4112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38" y="48051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390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63" y="5535342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63" y="4798489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63" y="4060381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63" y="3323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63" y="2585856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63" y="184851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10" y="557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10" y="4838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10" y="4100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10" y="3363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10" y="2626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10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00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16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32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48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23" y="5754198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38" y="5752233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54" y="5754252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70" y="5753816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14" y="5897724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2523" y="3730922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2025-10-07T18:28:43Z</dcterms:modified>
</cp:coreProperties>
</file>