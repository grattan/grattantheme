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Some text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7995" y="1877752"/>
              <a:ext cx="10916428" cy="3814338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7995" y="5208842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7995" y="4471059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7995" y="3733276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7995" y="2995493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7995" y="2257710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6120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867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613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60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70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7995" y="557773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7995" y="483995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7995" y="410216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7995" y="336438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7995" y="262660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7995" y="188881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994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740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87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33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70095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7149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8856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887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816" y="42609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1566" y="43494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80687" y="49101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6450" y="34198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952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816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816" y="43937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9419" y="46002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681" y="44674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3555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628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147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687" y="48511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4360" y="22393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9943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8185" y="20180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6788" y="38477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814" y="4733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8129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802" y="50577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8490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1931" y="29919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2112" y="31837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61121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5701" y="46888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50715" y="41133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80687" y="4806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6089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5703" y="553818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5703" y="480040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5703" y="40626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5703" y="332483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5703" y="258705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5703" y="184927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3200" y="55777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3200" y="48399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3200" y="41021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3200" y="33643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3200" y="26266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3200" y="18888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994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740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87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33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752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99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45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92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960" y="5893391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5452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 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2026-03-04T11:26:20Z</dcterms:modified>
</cp:coreProperties>
</file>