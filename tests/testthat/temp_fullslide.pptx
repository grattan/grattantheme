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6532" y="1877752"/>
              <a:ext cx="10917891" cy="3817081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6532" y="5211238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6532" y="447292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6532" y="373461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6532" y="299629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6532" y="2257983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9808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7613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541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224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2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6532" y="5580395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6532" y="4842081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6532" y="410376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6532" y="336545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6532" y="262714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6532" y="1888826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871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651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32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12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907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621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7733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069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075" y="42626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0831" y="43512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9990" y="49123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5624" y="34209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112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075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075" y="43955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8892" y="46022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039" y="44693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2929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503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081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594" y="48533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3197" y="22396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8581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6898" y="20181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5715" y="38491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100" y="473517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7386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197" y="506003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7886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0678" y="29927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0929" y="31847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9725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4868" y="4690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9746" y="41149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9990" y="48090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5124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4240" y="5540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4240" y="480253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4240" y="40642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4240" y="332590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4240" y="258759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4240" y="184927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1737" y="5580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1737" y="48420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1737" y="41037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1737" y="33654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1737" y="26271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1737" y="18888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871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651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32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12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6295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100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906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711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228" y="5894854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6823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2026-04-17T15:55:18Z</dcterms:modified>
</cp:coreProperties>
</file>