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Some text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6532" y="1877752"/>
              <a:ext cx="10917891" cy="3817081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6532" y="5211238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6532" y="4472924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6532" y="3734610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6532" y="2996297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6532" y="2257983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9808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7613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5419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3224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029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6532" y="5580395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6532" y="4842081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6532" y="4103767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6532" y="3365454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6532" y="2627140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6532" y="1888826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8711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6516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4321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126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9075" y="39230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6215" y="39230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7733" y="365723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9069" y="38639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0075" y="42626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0831" y="43512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9990" y="49123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5624" y="34209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4112" y="365723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0075" y="41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0075" y="43955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8892" y="460227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6039" y="44693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2929" y="4779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503" y="54882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081" y="54882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594" y="48533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3197" y="22396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8581" y="2535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6898" y="201818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5715" y="38491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3100" y="473517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7386" y="4779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5197" y="506003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7886" y="41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0678" y="29927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0929" y="31847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9725" y="2535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4868" y="46908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9746" y="41149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9990" y="480900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5124" y="38639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4240" y="554084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4240" y="480253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4240" y="40642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4240" y="332590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4240" y="258759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4240" y="1849278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1737" y="558039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1737" y="48420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1737" y="41037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1737" y="336545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1737" y="262714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1737" y="18888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8711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6516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4321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126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6295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4100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1906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09711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1228" y="5894854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6823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 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2026-04-10T09:41:27Z</dcterms:modified>
</cp:coreProperties>
</file>