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Some text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3905" y="1877752"/>
              <a:ext cx="10920518" cy="3812069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3905" y="5206861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3905" y="4469517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3905" y="3732172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3905" y="2994828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3905" y="2257484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57292" y="1877752"/>
              <a:ext cx="0" cy="3812069"/>
            </a:xfrm>
            <a:custGeom>
              <a:avLst/>
              <a:pathLst>
                <a:path w="0" h="3812069">
                  <a:moveTo>
                    <a:pt x="0" y="3812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5708" y="1877752"/>
              <a:ext cx="0" cy="3812069"/>
            </a:xfrm>
            <a:custGeom>
              <a:avLst/>
              <a:pathLst>
                <a:path w="0" h="3812069">
                  <a:moveTo>
                    <a:pt x="0" y="3812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4124" y="1877752"/>
              <a:ext cx="0" cy="3812069"/>
            </a:xfrm>
            <a:custGeom>
              <a:avLst/>
              <a:pathLst>
                <a:path w="0" h="3812069">
                  <a:moveTo>
                    <a:pt x="0" y="3812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2540" y="1877752"/>
              <a:ext cx="0" cy="3812069"/>
            </a:xfrm>
            <a:custGeom>
              <a:avLst/>
              <a:pathLst>
                <a:path w="0" h="3812069">
                  <a:moveTo>
                    <a:pt x="0" y="3812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0956" y="1877752"/>
              <a:ext cx="0" cy="3812069"/>
            </a:xfrm>
            <a:custGeom>
              <a:avLst/>
              <a:pathLst>
                <a:path w="0" h="3812069">
                  <a:moveTo>
                    <a:pt x="0" y="3812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3905" y="5575533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3905" y="4838189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3905" y="4100845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3905" y="3363500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3905" y="2626156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3905" y="1888812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6500" y="1877752"/>
              <a:ext cx="0" cy="3812069"/>
            </a:xfrm>
            <a:custGeom>
              <a:avLst/>
              <a:pathLst>
                <a:path w="0" h="3812069">
                  <a:moveTo>
                    <a:pt x="0" y="3812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4916" y="1877752"/>
              <a:ext cx="0" cy="3812069"/>
            </a:xfrm>
            <a:custGeom>
              <a:avLst/>
              <a:pathLst>
                <a:path w="0" h="3812069">
                  <a:moveTo>
                    <a:pt x="0" y="3812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3332" y="1877752"/>
              <a:ext cx="0" cy="3812069"/>
            </a:xfrm>
            <a:custGeom>
              <a:avLst/>
              <a:pathLst>
                <a:path w="0" h="3812069">
                  <a:moveTo>
                    <a:pt x="0" y="3812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1748" y="1877752"/>
              <a:ext cx="0" cy="3812069"/>
            </a:xfrm>
            <a:custGeom>
              <a:avLst/>
              <a:pathLst>
                <a:path w="0" h="3812069">
                  <a:moveTo>
                    <a:pt x="0" y="3812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67243" y="392030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4539" y="392030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5718" y="36548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7601" y="38613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48744" y="42594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199512" y="434796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78738" y="49083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4140" y="34189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2604" y="36548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48744" y="41857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48744" y="439220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7946" y="45986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4885" y="446593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1806" y="47756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277" y="54834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4961" y="54834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426" y="48493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1108" y="223915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6135" y="253409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4587" y="20179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3789" y="384656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1817" y="47313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6052" y="47756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4110" y="505581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6803" y="41857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28428" y="299124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48804" y="318295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57217" y="253409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3372" y="468713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48006" y="411201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78738" y="48051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3390" y="38613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6963" y="5535342"/>
              <a:ext cx="124311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6963" y="4798489"/>
              <a:ext cx="124311" cy="797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6963" y="4060381"/>
              <a:ext cx="124311" cy="805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6963" y="3323200"/>
              <a:ext cx="124311" cy="803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6963" y="2585856"/>
              <a:ext cx="124311" cy="803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6963" y="1848512"/>
              <a:ext cx="124311" cy="803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59110" y="557553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59110" y="483818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59110" y="410084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59110" y="336350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59110" y="262615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59110" y="188881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6500" y="568982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4916" y="568982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3332" y="568982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1748" y="568982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5423" y="5754198"/>
              <a:ext cx="62155" cy="78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3838" y="5752233"/>
              <a:ext cx="62155" cy="803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2254" y="5754252"/>
              <a:ext cx="62155" cy="78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10670" y="5753816"/>
              <a:ext cx="62155" cy="787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4314" y="5897724"/>
              <a:ext cx="139700" cy="9461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52523" y="3730922"/>
              <a:ext cx="271760" cy="1057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 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2025-10-07T17:33:37Z</dcterms:modified>
</cp:coreProperties>
</file>