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00647" y="1877752"/>
              <a:ext cx="10913776" cy="380958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00647" y="520469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00647" y="446782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00647" y="3730963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00647" y="299410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00647" y="225723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3748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00597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7446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4294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14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800647" y="557312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800647" y="483625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800647" y="4099395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00647" y="336253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00647" y="262566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00647" y="1888804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3217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9021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5870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719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1944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8840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10889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81369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2160" y="4257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2897" y="4346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1950" y="49063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7948" y="34178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6474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2160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2160" y="43905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50375" y="459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7846" y="44642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4688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856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268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857" y="48473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467" y="223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22411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0518" y="20178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8732" y="38452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5108" y="47294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9476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6899" y="505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9584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4203" y="2990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4257" y="31820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3652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7211" y="46852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2471" y="4110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1950" y="48031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7840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8355" y="553357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8355" y="479671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8355" y="4059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8355" y="332298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8355" y="25861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8355" y="184925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5852" y="5573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5852" y="48362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5852" y="4099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5852" y="33625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5852" y="2625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5852" y="1888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32173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9021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5870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719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9757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6606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3455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303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286" y="589073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307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2026-01-12T16:00:43Z</dcterms:modified>
</cp:coreProperties>
</file>