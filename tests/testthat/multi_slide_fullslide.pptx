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05" y="1877752"/>
              <a:ext cx="10920518" cy="3812069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05" y="5206861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05" y="4469517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05" y="373217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05" y="2994828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05" y="2257484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29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0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24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4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05" y="5575533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05" y="4838189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05" y="4100845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05" y="3363500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05" y="2626156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05" y="1888812"/>
              <a:ext cx="10920518" cy="0"/>
            </a:xfrm>
            <a:custGeom>
              <a:avLst/>
              <a:pathLst>
                <a:path w="10920518" h="0">
                  <a:moveTo>
                    <a:pt x="0" y="0"/>
                  </a:moveTo>
                  <a:lnTo>
                    <a:pt x="10920518" y="0"/>
                  </a:lnTo>
                  <a:lnTo>
                    <a:pt x="1092051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00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16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32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48" y="1877752"/>
              <a:ext cx="0" cy="3812069"/>
            </a:xfrm>
            <a:custGeom>
              <a:avLst/>
              <a:pathLst>
                <a:path w="0" h="3812069">
                  <a:moveTo>
                    <a:pt x="0" y="3812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43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39" y="3920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18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01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44" y="4259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12" y="43479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38" y="4908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40" y="34189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04" y="36548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44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44" y="43922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46" y="45986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885" y="4465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06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77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1" y="5483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26" y="48493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08" y="22391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35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587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789" y="38465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17" y="47313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52" y="4775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10" y="50558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03" y="41857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28" y="29912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04" y="3182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17" y="25340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372" y="46871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06" y="4112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38" y="48051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390" y="38613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63" y="5535342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63" y="4798489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63" y="4060381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63" y="3323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63" y="2585856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63" y="184851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10" y="55755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10" y="48381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10" y="41008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10" y="3363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10" y="26261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10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00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16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32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48" y="568982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23" y="5754198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38" y="5752233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54" y="5754252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70" y="5753816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14" y="5897724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2523" y="3730922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7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91538" y="1899602"/>
              <a:ext cx="11082746" cy="35560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91538" y="4891487"/>
              <a:ext cx="11082746" cy="0"/>
            </a:xfrm>
            <a:custGeom>
              <a:avLst/>
              <a:pathLst>
                <a:path w="11082746" h="0">
                  <a:moveTo>
                    <a:pt x="0" y="0"/>
                  </a:moveTo>
                  <a:lnTo>
                    <a:pt x="11082746" y="0"/>
                  </a:lnTo>
                  <a:lnTo>
                    <a:pt x="1108274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91538" y="4064897"/>
              <a:ext cx="11082746" cy="0"/>
            </a:xfrm>
            <a:custGeom>
              <a:avLst/>
              <a:pathLst>
                <a:path w="11082746" h="0">
                  <a:moveTo>
                    <a:pt x="0" y="0"/>
                  </a:moveTo>
                  <a:lnTo>
                    <a:pt x="11082746" y="0"/>
                  </a:lnTo>
                  <a:lnTo>
                    <a:pt x="1108274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91538" y="3238307"/>
              <a:ext cx="11082746" cy="0"/>
            </a:xfrm>
            <a:custGeom>
              <a:avLst/>
              <a:pathLst>
                <a:path w="11082746" h="0">
                  <a:moveTo>
                    <a:pt x="0" y="0"/>
                  </a:moveTo>
                  <a:lnTo>
                    <a:pt x="11082746" y="0"/>
                  </a:lnTo>
                  <a:lnTo>
                    <a:pt x="1108274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91538" y="2411717"/>
              <a:ext cx="11082746" cy="0"/>
            </a:xfrm>
            <a:custGeom>
              <a:avLst/>
              <a:pathLst>
                <a:path w="11082746" h="0">
                  <a:moveTo>
                    <a:pt x="0" y="0"/>
                  </a:moveTo>
                  <a:lnTo>
                    <a:pt x="11082746" y="0"/>
                  </a:lnTo>
                  <a:lnTo>
                    <a:pt x="11082746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6793" y="43459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6793" y="41351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8513" y="45939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8287" y="38541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20708" y="3668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63468" y="3651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34283" y="35606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4485" y="38747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8513" y="39078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35074" y="3668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34848" y="3668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34622" y="31473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20482" y="34284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20142" y="33870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62224" y="217199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62224" y="202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905776" y="2093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4349" y="469309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6883" y="51766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448" y="49948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21160" y="447404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8762" y="36019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20142" y="3672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05550" y="33374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35074" y="33333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7811" y="49121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50458" y="47426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6883" y="526096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7382" y="3891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9441" y="42219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34396" y="35606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8287" y="4213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13074"/>
              <a:ext cx="127136" cy="160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2465"/>
              <a:ext cx="127136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60005"/>
              <a:ext cx="127136" cy="1602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2521"/>
              <a:ext cx="127136" cy="1611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91538" y="5455677"/>
              <a:ext cx="11082746" cy="0"/>
            </a:xfrm>
            <a:custGeom>
              <a:avLst/>
              <a:pathLst>
                <a:path w="11082746" h="0">
                  <a:moveTo>
                    <a:pt x="0" y="0"/>
                  </a:moveTo>
                  <a:lnTo>
                    <a:pt x="11082746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23806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67471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11135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4800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8465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30" y="5455677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96670" y="5588305"/>
              <a:ext cx="254272" cy="1641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40334" y="5589310"/>
              <a:ext cx="254272" cy="1631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83999" y="5587747"/>
              <a:ext cx="254272" cy="1647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27664" y="5588082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71328" y="5588082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14993" y="5588082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10562" y="5850959"/>
              <a:ext cx="444698" cy="173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2025-10-07T17:33:36Z</dcterms:modified>
</cp:coreProperties>
</file>