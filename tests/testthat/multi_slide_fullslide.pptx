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31" r:id="rId1"/>
  </p:sldMasterIdLst>
  <p:notesMasterIdLst>
    <p:notesMasterId r:id="rId2"/>
  </p:notesMasterIdLst>
  <p:sldIdLst>
    <p:sldId id="256" r:id="rId8"/>
    <p:sldId id="257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C027A25-491E-F020-8D4D-24B2035FFD33}" name="Kat Clay" initials="KC" userId="S::kat.clay@grattaninstitute.edu.au::98d84789-129b-4d4d-9a75-a87bac8c8fd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4E6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241"/>
    <p:restoredTop sz="94653"/>
  </p:normalViewPr>
  <p:slideViewPr>
    <p:cSldViewPr snapToGrid="0" snapToObjects="1">
      <p:cViewPr varScale="1">
        <p:scale>
          <a:sx n="121" d="100"/>
          <a:sy n="121" d="100"/>
        </p:scale>
        <p:origin x="28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106" d="100"/>
          <a:sy n="106" d="100"/>
        </p:scale>
        <p:origin x="3620" y="5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presProps" Target="presProps.xml"/>
<Relationship Id="rId7" Type="http://schemas.microsoft.com/office/2018/10/relationships/authors" Target="author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ableStyles" Target="tableStyles.xml"/>
<Relationship Id="rId5" Type="http://schemas.openxmlformats.org/officeDocument/2006/relationships/theme" Target="theme/theme1.xml"/>
<Relationship Id="rId4" Type="http://schemas.openxmlformats.org/officeDocument/2006/relationships/viewProps" Target="view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/Relationships>
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6375376-077A-8F42-9E71-155E70FB596E}" type="datetimeFigureOut">
              <a:rPr lang="en-US" smtClean="0"/>
              <a:t>4/3/25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E9419A-B53B-B044-8F99-D2573F3A84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3885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
</file>

<file path=ppt/notesSlides/_rels/notesSlide2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2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/Users/mbbowes/Documents/GitHub/grattantheme/tests/testthat/multi_slide_fullslide.pptx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/Users/mbbowes/Documents/GitHub/grattantheme/tests/testthat/multi_slide_fullslide.pptx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ECBC2DE-EA68-5645-6DC4-19921CEEB0B0}"/>
              </a:ext>
            </a:extLst>
          </p:cNvPr>
          <p:cNvSpPr txBox="1"/>
          <p:nvPr userDrawn="1"/>
        </p:nvSpPr>
        <p:spPr>
          <a:xfrm>
            <a:off x="116541" y="129091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72C78F-E40D-3A6B-24C2-906FA20E603F}"/>
              </a:ext>
            </a:extLst>
          </p:cNvPr>
          <p:cNvSpPr/>
          <p:nvPr userDrawn="1"/>
        </p:nvSpPr>
        <p:spPr>
          <a:xfrm>
            <a:off x="-11575" y="0"/>
            <a:ext cx="12203575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2DD39A8-9F28-D01B-F290-1C31B5FA8F4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77400" y="5905970"/>
            <a:ext cx="1933575" cy="532929"/>
          </a:xfrm>
          <a:prstGeom prst="rect">
            <a:avLst/>
          </a:prstGeom>
        </p:spPr>
      </p:pic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9AC38636-A519-1DAA-F186-6178D64B122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-11575" y="0"/>
            <a:ext cx="4181474" cy="68580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picture here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7F0A3FD-BE2F-A94A-0A45-53E6C58A00E0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5043488" y="5091113"/>
            <a:ext cx="1306512" cy="1206500"/>
          </a:xfrm>
        </p:spPr>
        <p:txBody>
          <a:bodyPr>
            <a:normAutofit/>
          </a:bodyPr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r>
              <a:rPr lang="en-AU" dirty="0"/>
              <a:t>Insert headshot here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74C6B55-78E8-9DB5-56FA-E4A3B5705F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64300" y="5141913"/>
            <a:ext cx="2335213" cy="339725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Name and title</a:t>
            </a:r>
            <a:endParaRPr lang="en-AU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0F4E9AF8-FC9F-0A5C-B569-D51DA3E363F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64300" y="5732462"/>
            <a:ext cx="2276475" cy="268287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  <a:endParaRPr lang="en-AU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B0FC04F8-DC87-4C48-7442-FA72D1647E2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14913" y="2014538"/>
            <a:ext cx="5573712" cy="1206500"/>
          </a:xfrm>
        </p:spPr>
        <p:txBody>
          <a:bodyPr/>
          <a:lstStyle>
            <a:lvl1pPr marL="0" indent="0">
              <a:buNone/>
              <a:defRPr sz="4000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en-US" dirty="0"/>
              <a:t>Title</a:t>
            </a:r>
            <a:endParaRPr lang="en-AU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6DCF6FB1-F9E4-A648-B189-9DD172BB1E8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14913" y="3429000"/>
            <a:ext cx="5573712" cy="652463"/>
          </a:xfrm>
        </p:spPr>
        <p:txBody>
          <a:bodyPr>
            <a:normAutofit/>
          </a:bodyPr>
          <a:lstStyle>
            <a:lvl1pPr marL="0" indent="0">
              <a:buNone/>
              <a:defRPr sz="2400" b="0" cap="none" spc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defRPr>
            </a:lvl1pPr>
          </a:lstStyle>
          <a:p>
            <a:pPr lvl="0"/>
            <a:r>
              <a:rPr lang="en-US" dirty="0"/>
              <a:t>Subheading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316354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20FF13B-17DE-B58E-23D0-863404B8498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84C34C6-D93D-964F-98F1-8B05274CB5BF}" type="datetimeFigureOut">
              <a:rPr lang="en-US" smtClean="0"/>
              <a:t>4/3/25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D1C777A-97BF-664C-98A5-2907D0932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00620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8B1789E7-BA20-0780-FB52-B02484AC77D3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B2B8918E-1EDB-7F60-9A99-7D4A0E14ABC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D7BE69A9-24E9-418A-68B9-AAE233480B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7B216488-F6B2-C054-EB55-0F9A57D9C0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8EECB45-057A-1EA2-2F6E-7C55F9459D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AA2F51-0C2E-D1D9-EFED-E3A2276D7D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DBAC65C7-BF2B-A350-909C-35D42AF84D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79066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+ orange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CF076BF-B4D2-731F-A8C4-B4C0523DA8D6}"/>
              </a:ext>
            </a:extLst>
          </p:cNvPr>
          <p:cNvSpPr/>
          <p:nvPr userDrawn="1"/>
        </p:nvSpPr>
        <p:spPr>
          <a:xfrm>
            <a:off x="0" y="-1"/>
            <a:ext cx="12192000" cy="13295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CC0B9F51-D432-89C3-BAF5-11132AE404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E482CF5D-DEBD-DB20-7858-2A857E71D9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96015322-31D2-917E-375B-3379430E14B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73A11B26-D536-E55C-FEA5-61BBE902EA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535906"/>
            <a:ext cx="11398531" cy="46156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E6EC27F-20CE-4CCF-3D5C-A051E0347B27}"/>
              </a:ext>
            </a:extLst>
          </p:cNvPr>
          <p:cNvSpPr txBox="1">
            <a:spLocks/>
          </p:cNvSpPr>
          <p:nvPr userDrawn="1"/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D1C777A-97BF-664C-98A5-2907D09321D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C22FC4E-C0DC-E3DE-BD6B-D5CA5918036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5612" y="879474"/>
            <a:ext cx="6230937" cy="292100"/>
          </a:xfrm>
        </p:spPr>
        <p:txBody>
          <a:bodyPr>
            <a:noAutofit/>
          </a:bodyPr>
          <a:lstStyle>
            <a:lvl1pPr marL="0" indent="0">
              <a:buNone/>
              <a:defRPr sz="18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add subheading</a:t>
            </a:r>
            <a:endParaRPr lang="en-AU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2EE96F9-3E03-A2B8-1CAD-49604615BA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36684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74C90D1F-6BBA-97AB-88AA-507E0C7ADB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721463F-DE73-8A1C-4B1D-EC55231461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BAB2FF0-4955-916C-E396-EBC8532A65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8836AB3-6799-2DF5-B516-EDC045CE4E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48319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8EC5B233-B10D-77D4-13F6-C9B4EACAB3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add slide title</a:t>
            </a:r>
            <a:endParaRPr lang="en-US" dirty="0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7C09E446-08E7-FD8F-80D1-1B02D15A69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33794" y="6356350"/>
            <a:ext cx="71893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65DDA1B1-E990-1373-D6AB-EF6EEB4045CA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371475" y="1808163"/>
            <a:ext cx="11412538" cy="4284662"/>
          </a:xfrm>
        </p:spPr>
        <p:txBody>
          <a:bodyPr/>
          <a:lstStyle/>
          <a:p>
            <a:r>
              <a:rPr lang="en-GB"/>
              <a:t>Click icon to add chart</a:t>
            </a:r>
            <a:endParaRPr lang="en-AU"/>
          </a:p>
        </p:txBody>
      </p:sp>
      <p:sp>
        <p:nvSpPr>
          <p:cNvPr id="7" name="Caption Placeholder 1">
            <a:extLst>
              <a:ext uri="{FF2B5EF4-FFF2-40B4-BE49-F238E27FC236}">
                <a16:creationId xmlns:a16="http://schemas.microsoft.com/office/drawing/2014/main" id="{0B68B2F7-35DA-8DD2-1D07-9D280795C28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 anchor="t">
            <a:normAutofit/>
          </a:bodyPr>
          <a:lstStyle>
            <a:lvl1pPr marL="0" indent="0">
              <a:spcBef>
                <a:spcPts val="200"/>
              </a:spcBef>
              <a:buNone/>
              <a:defRPr sz="800"/>
            </a:lvl1pPr>
          </a:lstStyle>
          <a:p>
            <a:pPr lvl="0"/>
            <a:r>
              <a:rPr lang="en-GB" dirty="0"/>
              <a:t>Insert source and notes here</a:t>
            </a:r>
            <a:endParaRPr lang="en-AU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1B2EC199-2580-9D84-9E72-CE7324DB7A0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>
            <a:no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GB" dirty="0"/>
              <a:t>Insert unit title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354036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7423" userDrawn="1">
          <p15:clr>
            <a:srgbClr val="FBAE40"/>
          </p15:clr>
        </p15:guide>
        <p15:guide id="3" pos="234" userDrawn="1">
          <p15:clr>
            <a:srgbClr val="FBAE40"/>
          </p15:clr>
        </p15:guide>
        <p15:guide id="4" orient="horz" pos="3838" userDrawn="1">
          <p15:clr>
            <a:srgbClr val="FBAE40"/>
          </p15:clr>
        </p15:guide>
        <p15:guide id="5" orient="horz" pos="3929" userDrawn="1">
          <p15:clr>
            <a:srgbClr val="FBAE40"/>
          </p15:clr>
        </p15:guide>
        <p15:guide id="6" orient="horz" pos="1139" userDrawn="1">
          <p15:clr>
            <a:srgbClr val="FBAE40"/>
          </p15:clr>
        </p15:guide>
        <p15:guide id="7" orient="horz" pos="1049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AU" noProof="0" smtClean="0"/>
              <a:t>3/4/2025</a:t>
            </a:fld>
            <a:endParaRPr lang="en-AU" noProof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82634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2" r:id="rId1"/>
    <p:sldLayoutId id="2147483834" r:id="rId2"/>
    <p:sldLayoutId id="2147483833" r:id="rId3"/>
    <p:sldLayoutId id="2147483844" r:id="rId4"/>
    <p:sldLayoutId id="2147483837" r:id="rId5"/>
    <p:sldLayoutId id="2147483856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DM Serif Display" pitchFamily="2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34" userDrawn="1">
          <p15:clr>
            <a:srgbClr val="F26B43"/>
          </p15:clr>
        </p15:guide>
        <p15:guide id="2" pos="7423" userDrawn="1">
          <p15:clr>
            <a:srgbClr val="F26B43"/>
          </p15:clr>
        </p15:guide>
        <p15:guide id="3" orient="horz" pos="210" userDrawn="1">
          <p15:clr>
            <a:srgbClr val="F26B43"/>
          </p15:clr>
        </p15:guide>
        <p15:guide id="4" orient="horz" pos="572" userDrawn="1">
          <p15:clr>
            <a:srgbClr val="F26B43"/>
          </p15:clr>
        </p15:guide>
        <p15:guide id="5" orient="horz" pos="82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6.xml"/>
<Relationship Id="rId2" Type="http://schemas.openxmlformats.org/officeDocument/2006/relationships/notesSlide" Target="../notesSlides/notesSlide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6.xml"/>
<Relationship Id="rId2" Type="http://schemas.openxmlformats.org/officeDocument/2006/relationships/notesSlide" Target="../notesSlides/notesSlide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/>
          <a:lstStyle/>
          <a:p>
            <a:r>
              <a:rPr/>
              <a:t>My subtitle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371475" y="1808163"/>
            <a:ext cx="11412538" cy="4284662"/>
            <a:chOff x="371475" y="1808163"/>
            <a:chExt cx="11412538" cy="4284662"/>
          </a:xfrm>
        </p:grpSpPr>
        <p:sp>
          <p:nvSpPr>
            <p:cNvPr id="4" name="rc3"/>
            <p:cNvSpPr/>
            <p:nvPr/>
          </p:nvSpPr>
          <p:spPr>
            <a:xfrm>
              <a:off x="371475" y="1808162"/>
              <a:ext cx="11412538" cy="42846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797995" y="1877752"/>
              <a:ext cx="10916428" cy="3814338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97995" y="5208842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97995" y="4471059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97995" y="3733276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97995" y="2995493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797995" y="2257710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261209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3798674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6336139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8873604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11411070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797995" y="5577734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797995" y="4839951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797995" y="4102168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797995" y="3364384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797995" y="2626601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797995" y="1888818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2529942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5067407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7604872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10142337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4070095" y="392153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4717149" y="392153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3308856" y="36559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5579887" y="386251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6150816" y="426091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6201566" y="434945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6480687" y="491016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5516450" y="341984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5414952" y="36559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6150816" y="418713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6150816" y="439371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7749419" y="460029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6886681" y="446749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7013555" y="477736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10743628" y="548563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11185147" y="548563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10984687" y="485114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3004360" y="223939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519943" y="253450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2078185" y="201805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3676788" y="384775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6353814" y="473309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6138129" y="477736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7165802" y="505772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7178490" y="418713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331931" y="299192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852112" y="318375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1261121" y="253450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5465701" y="468883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4450715" y="411336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6480687" y="480687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4476089" y="386251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tx57"/>
            <p:cNvSpPr/>
            <p:nvPr/>
          </p:nvSpPr>
          <p:spPr>
            <a:xfrm>
              <a:off x="605703" y="5538186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10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605703" y="4800403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15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605703" y="4062620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20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605703" y="3324837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25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605703" y="2587054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605703" y="1849270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35</a:t>
              </a:r>
            </a:p>
          </p:txBody>
        </p:sp>
        <p:sp>
          <p:nvSpPr>
            <p:cNvPr id="64" name="pl63"/>
            <p:cNvSpPr/>
            <p:nvPr/>
          </p:nvSpPr>
          <p:spPr>
            <a:xfrm>
              <a:off x="763200" y="557773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4"/>
            <p:cNvSpPr/>
            <p:nvPr/>
          </p:nvSpPr>
          <p:spPr>
            <a:xfrm>
              <a:off x="763200" y="483995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5"/>
            <p:cNvSpPr/>
            <p:nvPr/>
          </p:nvSpPr>
          <p:spPr>
            <a:xfrm>
              <a:off x="763200" y="410216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6"/>
            <p:cNvSpPr/>
            <p:nvPr/>
          </p:nvSpPr>
          <p:spPr>
            <a:xfrm>
              <a:off x="763200" y="336438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7"/>
            <p:cNvSpPr/>
            <p:nvPr/>
          </p:nvSpPr>
          <p:spPr>
            <a:xfrm>
              <a:off x="763200" y="262660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763200" y="188881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69"/>
            <p:cNvSpPr/>
            <p:nvPr/>
          </p:nvSpPr>
          <p:spPr>
            <a:xfrm>
              <a:off x="2529942" y="5692090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0"/>
            <p:cNvSpPr/>
            <p:nvPr/>
          </p:nvSpPr>
          <p:spPr>
            <a:xfrm>
              <a:off x="5067407" y="5692090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1"/>
            <p:cNvSpPr/>
            <p:nvPr/>
          </p:nvSpPr>
          <p:spPr>
            <a:xfrm>
              <a:off x="7604872" y="5692090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2"/>
            <p:cNvSpPr/>
            <p:nvPr/>
          </p:nvSpPr>
          <p:spPr>
            <a:xfrm>
              <a:off x="10142337" y="5692090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2497526" y="5754720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5034991" y="5754720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7572456" y="5754720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4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10109921" y="5754720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5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6181960" y="5893391"/>
              <a:ext cx="148498" cy="989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wt</a:t>
              </a:r>
            </a:p>
          </p:txBody>
        </p:sp>
        <p:sp>
          <p:nvSpPr>
            <p:cNvPr id="79" name="tx78"/>
            <p:cNvSpPr/>
            <p:nvPr/>
          </p:nvSpPr>
          <p:spPr>
            <a:xfrm rot="-5400000">
              <a:off x="340342" y="3735452"/>
              <a:ext cx="300380" cy="989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mpg</a:t>
              </a:r>
            </a:p>
          </p:txBody>
        </p:sp>
      </p:grpSp>
      <p:sp>
        <p:nvSpPr>
          <p:cNvPr id="80" name="Title 1"/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</p:spPr>
        <p:txBody>
          <a:bodyPr/>
          <a:lstStyle/>
          <a:p>
            <a:r>
              <a:rPr/>
              <a:t>My title</a:t>
            </a:r>
          </a:p>
        </p:txBody>
      </p:sp>
      <p:sp>
        <p:nvSpPr>
          <p:cNvPr id="81" name="Caption Placeholder 1"/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/>
          <a:lstStyle/>
          <a:p>
            <a:r>
              <a:rPr/>
              <a:t>subtitle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371475" y="1808163"/>
            <a:ext cx="11412538" cy="4284662"/>
            <a:chOff x="371475" y="1808163"/>
            <a:chExt cx="11412538" cy="4284662"/>
          </a:xfrm>
        </p:grpSpPr>
        <p:sp>
          <p:nvSpPr>
            <p:cNvPr id="4" name="rc3"/>
            <p:cNvSpPr/>
            <p:nvPr/>
          </p:nvSpPr>
          <p:spPr>
            <a:xfrm>
              <a:off x="371475" y="1808162"/>
              <a:ext cx="11412538" cy="42846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581807" y="1899602"/>
              <a:ext cx="11092477" cy="355172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581807" y="4887824"/>
              <a:ext cx="11092477" cy="0"/>
            </a:xfrm>
            <a:custGeom>
              <a:avLst/>
              <a:pathLst>
                <a:path w="11092477" h="0">
                  <a:moveTo>
                    <a:pt x="0" y="0"/>
                  </a:moveTo>
                  <a:lnTo>
                    <a:pt x="11092477" y="0"/>
                  </a:lnTo>
                  <a:lnTo>
                    <a:pt x="11092477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581807" y="4062246"/>
              <a:ext cx="11092477" cy="0"/>
            </a:xfrm>
            <a:custGeom>
              <a:avLst/>
              <a:pathLst>
                <a:path w="11092477" h="0">
                  <a:moveTo>
                    <a:pt x="0" y="0"/>
                  </a:moveTo>
                  <a:lnTo>
                    <a:pt x="11092477" y="0"/>
                  </a:lnTo>
                  <a:lnTo>
                    <a:pt x="11092477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581807" y="3236668"/>
              <a:ext cx="11092477" cy="0"/>
            </a:xfrm>
            <a:custGeom>
              <a:avLst/>
              <a:pathLst>
                <a:path w="11092477" h="0">
                  <a:moveTo>
                    <a:pt x="0" y="0"/>
                  </a:moveTo>
                  <a:lnTo>
                    <a:pt x="11092477" y="0"/>
                  </a:lnTo>
                  <a:lnTo>
                    <a:pt x="11092477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581807" y="2411089"/>
              <a:ext cx="11092477" cy="0"/>
            </a:xfrm>
            <a:custGeom>
              <a:avLst/>
              <a:pathLst>
                <a:path w="11092477" h="0">
                  <a:moveTo>
                    <a:pt x="0" y="0"/>
                  </a:moveTo>
                  <a:lnTo>
                    <a:pt x="11092477" y="0"/>
                  </a:lnTo>
                  <a:lnTo>
                    <a:pt x="11092477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9"/>
            <p:cNvSpPr/>
            <p:nvPr/>
          </p:nvSpPr>
          <p:spPr>
            <a:xfrm>
              <a:off x="5601495" y="434289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0"/>
            <p:cNvSpPr/>
            <p:nvPr/>
          </p:nvSpPr>
          <p:spPr>
            <a:xfrm>
              <a:off x="5601495" y="413236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6373892" y="459056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5773139" y="385167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4614543" y="366591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4357078" y="364940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2726462" y="355859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7060467" y="387231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6373892" y="39053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4829098" y="366591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4228345" y="366591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3627592" y="314580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4013790" y="342649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3112660" y="338522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1052935" y="217162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1052935" y="202796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2898106" y="209319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10493342" y="46896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9635123" y="517259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11137006" y="499097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5816049" y="447085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3241393" y="359987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3112660" y="367004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2297352" y="333568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4829098" y="333155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8304884" y="490841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7747042" y="473916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9635123" y="525680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3370126" y="388882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5043653" y="421905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3026838" y="355859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5773139" y="421079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tx41"/>
            <p:cNvSpPr/>
            <p:nvPr/>
          </p:nvSpPr>
          <p:spPr>
            <a:xfrm>
              <a:off x="373303" y="4806900"/>
              <a:ext cx="132588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2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373303" y="3981322"/>
              <a:ext cx="132588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3</a:t>
              </a:r>
            </a:p>
          </p:txBody>
        </p:sp>
        <p:sp>
          <p:nvSpPr>
            <p:cNvPr id="44" name="tx43"/>
            <p:cNvSpPr/>
            <p:nvPr/>
          </p:nvSpPr>
          <p:spPr>
            <a:xfrm>
              <a:off x="373303" y="3155743"/>
              <a:ext cx="132588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4</a:t>
              </a:r>
            </a:p>
          </p:txBody>
        </p:sp>
        <p:sp>
          <p:nvSpPr>
            <p:cNvPr id="45" name="tx44"/>
            <p:cNvSpPr/>
            <p:nvPr/>
          </p:nvSpPr>
          <p:spPr>
            <a:xfrm>
              <a:off x="373303" y="2330165"/>
              <a:ext cx="132588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5</a:t>
              </a:r>
            </a:p>
          </p:txBody>
        </p:sp>
        <p:sp>
          <p:nvSpPr>
            <p:cNvPr id="46" name="pl45"/>
            <p:cNvSpPr/>
            <p:nvPr/>
          </p:nvSpPr>
          <p:spPr>
            <a:xfrm>
              <a:off x="581807" y="5451323"/>
              <a:ext cx="11092477" cy="0"/>
            </a:xfrm>
            <a:custGeom>
              <a:avLst/>
              <a:pathLst>
                <a:path w="11092477" h="0">
                  <a:moveTo>
                    <a:pt x="0" y="0"/>
                  </a:moveTo>
                  <a:lnTo>
                    <a:pt x="11092477" y="0"/>
                  </a:lnTo>
                </a:path>
              </a:pathLst>
            </a:custGeom>
            <a:ln w="952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6"/>
            <p:cNvSpPr/>
            <p:nvPr/>
          </p:nvSpPr>
          <p:spPr>
            <a:xfrm>
              <a:off x="914366" y="5451323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7"/>
            <p:cNvSpPr/>
            <p:nvPr/>
          </p:nvSpPr>
          <p:spPr>
            <a:xfrm>
              <a:off x="3059913" y="5451323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8"/>
            <p:cNvSpPr/>
            <p:nvPr/>
          </p:nvSpPr>
          <p:spPr>
            <a:xfrm>
              <a:off x="5205460" y="5451323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49"/>
            <p:cNvSpPr/>
            <p:nvPr/>
          </p:nvSpPr>
          <p:spPr>
            <a:xfrm>
              <a:off x="7351007" y="5451323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0"/>
            <p:cNvSpPr/>
            <p:nvPr/>
          </p:nvSpPr>
          <p:spPr>
            <a:xfrm>
              <a:off x="9496554" y="5451323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1"/>
            <p:cNvSpPr/>
            <p:nvPr/>
          </p:nvSpPr>
          <p:spPr>
            <a:xfrm>
              <a:off x="11642101" y="5451323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tx52"/>
            <p:cNvSpPr/>
            <p:nvPr/>
          </p:nvSpPr>
          <p:spPr>
            <a:xfrm>
              <a:off x="781778" y="5584174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10</a:t>
              </a:r>
            </a:p>
          </p:txBody>
        </p:sp>
        <p:sp>
          <p:nvSpPr>
            <p:cNvPr id="54" name="tx53"/>
            <p:cNvSpPr/>
            <p:nvPr/>
          </p:nvSpPr>
          <p:spPr>
            <a:xfrm>
              <a:off x="2927325" y="5584174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15</a:t>
              </a:r>
            </a:p>
          </p:txBody>
        </p:sp>
        <p:sp>
          <p:nvSpPr>
            <p:cNvPr id="55" name="tx54"/>
            <p:cNvSpPr/>
            <p:nvPr/>
          </p:nvSpPr>
          <p:spPr>
            <a:xfrm>
              <a:off x="5072872" y="5584174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20</a:t>
              </a:r>
            </a:p>
          </p:txBody>
        </p:sp>
        <p:sp>
          <p:nvSpPr>
            <p:cNvPr id="56" name="tx55"/>
            <p:cNvSpPr/>
            <p:nvPr/>
          </p:nvSpPr>
          <p:spPr>
            <a:xfrm>
              <a:off x="7218419" y="5584174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25</a:t>
              </a:r>
            </a:p>
          </p:txBody>
        </p:sp>
        <p:sp>
          <p:nvSpPr>
            <p:cNvPr id="57" name="tx56"/>
            <p:cNvSpPr/>
            <p:nvPr/>
          </p:nvSpPr>
          <p:spPr>
            <a:xfrm>
              <a:off x="9363966" y="5584174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30</a:t>
              </a:r>
            </a:p>
          </p:txBody>
        </p:sp>
        <p:sp>
          <p:nvSpPr>
            <p:cNvPr id="58" name="tx57"/>
            <p:cNvSpPr/>
            <p:nvPr/>
          </p:nvSpPr>
          <p:spPr>
            <a:xfrm>
              <a:off x="11509513" y="5584174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35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5882255" y="5857824"/>
              <a:ext cx="491581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mpg</a:t>
              </a:r>
            </a:p>
          </p:txBody>
        </p:sp>
      </p:grpSp>
      <p:sp>
        <p:nvSpPr>
          <p:cNvPr id="60" name="Title 1"/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</p:spPr>
        <p:txBody>
          <a:bodyPr/>
          <a:lstStyle/>
          <a:p>
            <a:r>
              <a:rPr/>
              <a:t>title</a:t>
            </a:r>
          </a:p>
        </p:txBody>
      </p:sp>
      <p:sp>
        <p:nvSpPr>
          <p:cNvPr id="61" name="Caption Placeholder 1"/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2022 Grattan PPT Colour Theme - FINAL">
      <a:dk1>
        <a:srgbClr val="000000"/>
      </a:dk1>
      <a:lt1>
        <a:srgbClr val="FFFFFF"/>
      </a:lt1>
      <a:dk2>
        <a:srgbClr val="D4582A"/>
      </a:dk2>
      <a:lt2>
        <a:srgbClr val="FFF3E6"/>
      </a:lt2>
      <a:accent1>
        <a:srgbClr val="EF7900"/>
      </a:accent1>
      <a:accent2>
        <a:srgbClr val="A1253E"/>
      </a:accent2>
      <a:accent3>
        <a:srgbClr val="611633"/>
      </a:accent3>
      <a:accent4>
        <a:srgbClr val="F5B50C"/>
      </a:accent4>
      <a:accent5>
        <a:srgbClr val="6A99C4"/>
      </a:accent5>
      <a:accent6>
        <a:srgbClr val="4371A1"/>
      </a:accent6>
      <a:hlink>
        <a:srgbClr val="EF7900"/>
      </a:hlink>
      <a:folHlink>
        <a:srgbClr val="D4582A"/>
      </a:folHlink>
    </a:clrScheme>
    <a:fontScheme name="Grattan Web Fonts">
      <a:majorFont>
        <a:latin typeface="DM Serif Display"/>
        <a:ea typeface=""/>
        <a:cs typeface=""/>
      </a:majorFont>
      <a:minorFont>
        <a:latin typeface="Avenir Next LT Pro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 vert="horz" lIns="91440" tIns="45720" rIns="91440" bIns="45720" rtlCol="0" anchor="ctr">
        <a:normAutofit/>
      </a:bodyPr>
      <a:lstStyle>
        <a:defPPr algn="l">
          <a:defRPr sz="1600" dirty="0">
            <a:solidFill>
              <a:schemeClr val="accent1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9055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5" baseType="lpstr">
      <vt:lpstr>Arial</vt:lpstr>
      <vt:lpstr>Avenir Next LT Pro</vt:lpstr>
      <vt:lpstr>Calibri</vt:lpstr>
      <vt:lpstr>DM Serif Display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Insert title</dc:title>
  <dc:creator>Kat Clay</dc:creator>
  <cp:lastModifiedBy>mbbowes</cp:lastModifiedBy>
  <cp:revision>271</cp:revision>
  <dcterms:created xsi:type="dcterms:W3CDTF">2022-05-20T01:54:03Z</dcterms:created>
  <dcterms:modified xsi:type="dcterms:W3CDTF">2026-01-13T09:09:05Z</dcterms:modified>
</cp:coreProperties>
</file>