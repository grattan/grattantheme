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  <p:sldId id="25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_rels/notesSlide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/Users/mbbowes/Documents/GitHub/grattantheme/tests/testthat/multi_slide_fullslide.pptx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/Users/mbbowes/Documents/GitHub/grattantheme/tests/testthat/multi_slide_fullslide.pptx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My subtitle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796532" y="1877752"/>
              <a:ext cx="10917891" cy="3817081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96532" y="5211238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6532" y="4472924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96532" y="3734610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96532" y="2996297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96532" y="2257983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259808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797613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335419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8873224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1411029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96532" y="5580395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796532" y="4842081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96532" y="4103767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796532" y="3365454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96532" y="2627140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96532" y="1888826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528711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5066516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604321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0142126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4069075" y="392303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4716215" y="392303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307733" y="365723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5579069" y="386396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6150075" y="42626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6200831" y="435125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6479990" y="491237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515624" y="342097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414112" y="365723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6150075" y="418882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6150075" y="439555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7748892" y="460227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6886039" y="446938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7012929" y="477947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0743503" y="548825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1185081" y="548825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0984594" y="485330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3003197" y="223967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518581" y="25350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2076898" y="201818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675715" y="384919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6353100" y="473517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6137386" y="477947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7165197" y="506003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7177886" y="418882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330678" y="29927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850929" y="318471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259725" y="25350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5464868" y="469087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4449746" y="41149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6479990" y="480900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4475124" y="386396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7"/>
            <p:cNvSpPr/>
            <p:nvPr/>
          </p:nvSpPr>
          <p:spPr>
            <a:xfrm>
              <a:off x="604240" y="5540847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04240" y="4802533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15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04240" y="4064220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20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04240" y="3325906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25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04240" y="2587592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04240" y="1849278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35</a:t>
              </a:r>
            </a:p>
          </p:txBody>
        </p:sp>
        <p:sp>
          <p:nvSpPr>
            <p:cNvPr id="64" name="pl63"/>
            <p:cNvSpPr/>
            <p:nvPr/>
          </p:nvSpPr>
          <p:spPr>
            <a:xfrm>
              <a:off x="761737" y="55803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761737" y="48420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61737" y="4103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761737" y="33654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61737" y="26271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61737" y="18888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528711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5066516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604321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0142126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2496295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5034100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7571906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4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0109711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181228" y="5894854"/>
              <a:ext cx="148498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wt</a:t>
              </a:r>
            </a:p>
          </p:txBody>
        </p:sp>
        <p:sp>
          <p:nvSpPr>
            <p:cNvPr id="79" name="tx78"/>
            <p:cNvSpPr/>
            <p:nvPr/>
          </p:nvSpPr>
          <p:spPr>
            <a:xfrm rot="-5400000">
              <a:off x="340342" y="3736823"/>
              <a:ext cx="300380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mpg</a:t>
              </a:r>
            </a:p>
          </p:txBody>
        </p:sp>
      </p:grpSp>
      <p:sp>
        <p:nvSpPr>
          <p:cNvPr id="80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My title</a:t>
            </a:r>
          </a:p>
        </p:txBody>
      </p:sp>
      <p:sp>
        <p:nvSpPr>
          <p:cNvPr id="81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notes.
Source: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subtitle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81807" y="1899602"/>
              <a:ext cx="11092477" cy="3551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581807" y="4887824"/>
              <a:ext cx="11092477" cy="0"/>
            </a:xfrm>
            <a:custGeom>
              <a:avLst/>
              <a:pathLst>
                <a:path w="11092477" h="0">
                  <a:moveTo>
                    <a:pt x="0" y="0"/>
                  </a:moveTo>
                  <a:lnTo>
                    <a:pt x="11092477" y="0"/>
                  </a:lnTo>
                  <a:lnTo>
                    <a:pt x="1109247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581807" y="4062246"/>
              <a:ext cx="11092477" cy="0"/>
            </a:xfrm>
            <a:custGeom>
              <a:avLst/>
              <a:pathLst>
                <a:path w="11092477" h="0">
                  <a:moveTo>
                    <a:pt x="0" y="0"/>
                  </a:moveTo>
                  <a:lnTo>
                    <a:pt x="11092477" y="0"/>
                  </a:lnTo>
                  <a:lnTo>
                    <a:pt x="1109247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581807" y="3236668"/>
              <a:ext cx="11092477" cy="0"/>
            </a:xfrm>
            <a:custGeom>
              <a:avLst/>
              <a:pathLst>
                <a:path w="11092477" h="0">
                  <a:moveTo>
                    <a:pt x="0" y="0"/>
                  </a:moveTo>
                  <a:lnTo>
                    <a:pt x="11092477" y="0"/>
                  </a:lnTo>
                  <a:lnTo>
                    <a:pt x="1109247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581807" y="2411089"/>
              <a:ext cx="11092477" cy="0"/>
            </a:xfrm>
            <a:custGeom>
              <a:avLst/>
              <a:pathLst>
                <a:path w="11092477" h="0">
                  <a:moveTo>
                    <a:pt x="0" y="0"/>
                  </a:moveTo>
                  <a:lnTo>
                    <a:pt x="11092477" y="0"/>
                  </a:lnTo>
                  <a:lnTo>
                    <a:pt x="1109247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5601495" y="43428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5601495" y="413236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6373892" y="459056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5773139" y="385167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4614543" y="366591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4357078" y="364940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2726462" y="35585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7060467" y="387231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6373892" y="39053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4829098" y="366591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4228345" y="366591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3627592" y="314580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4013790" y="342649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3112660" y="338522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052935" y="217162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052935" y="202796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898106" y="209319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0493342" y="46896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9635123" y="517259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11137006" y="499097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5816049" y="447085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241393" y="359987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112660" y="367004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297352" y="333568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829098" y="333155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8304884" y="490841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7747042" y="473916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9635123" y="525680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3370126" y="388882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5043653" y="42190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3026838" y="35585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5773139" y="421079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373303" y="4806900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373303" y="3981322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373303" y="3155743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4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373303" y="2330165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5</a:t>
              </a:r>
            </a:p>
          </p:txBody>
        </p:sp>
        <p:sp>
          <p:nvSpPr>
            <p:cNvPr id="46" name="pl45"/>
            <p:cNvSpPr/>
            <p:nvPr/>
          </p:nvSpPr>
          <p:spPr>
            <a:xfrm>
              <a:off x="581807" y="5451323"/>
              <a:ext cx="11092477" cy="0"/>
            </a:xfrm>
            <a:custGeom>
              <a:avLst/>
              <a:pathLst>
                <a:path w="11092477" h="0">
                  <a:moveTo>
                    <a:pt x="0" y="0"/>
                  </a:moveTo>
                  <a:lnTo>
                    <a:pt x="1109247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914366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3059913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205460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7351007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9496554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1642101" y="5451323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2"/>
            <p:cNvSpPr/>
            <p:nvPr/>
          </p:nvSpPr>
          <p:spPr>
            <a:xfrm>
              <a:off x="781778" y="5584174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10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2927325" y="5584174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15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072872" y="5584174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20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7218419" y="5584174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9363966" y="5584174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1509513" y="5584174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35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5882255" y="5857824"/>
              <a:ext cx="491581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mpg</a:t>
              </a:r>
            </a:p>
          </p:txBody>
        </p:sp>
      </p:grp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title</a:t>
            </a:r>
          </a:p>
        </p:txBody>
      </p:sp>
      <p:sp>
        <p:nvSpPr>
          <p:cNvPr id="61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notes.
Source: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mbbowes</cp:lastModifiedBy>
  <cp:revision>271</cp:revision>
  <dcterms:created xsi:type="dcterms:W3CDTF">2022-05-20T01:54:03Z</dcterms:created>
  <dcterms:modified xsi:type="dcterms:W3CDTF">2026-07-17T10:07:37Z</dcterms:modified>
</cp:coreProperties>
</file>