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6532" y="1877752"/>
              <a:ext cx="10917891" cy="3817081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6532" y="5211238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6532" y="447292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6532" y="373461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6532" y="299629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6532" y="2257983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9808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7613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541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224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2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6532" y="5580395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6532" y="4842081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6532" y="410376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6532" y="336545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6532" y="262714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6532" y="1888826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871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651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32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12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907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621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7733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069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075" y="42626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0831" y="43512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9990" y="49123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5624" y="34209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112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075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075" y="43955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8892" y="46022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039" y="44693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2929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503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081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594" y="48533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3197" y="22396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8581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6898" y="20181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5715" y="38491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100" y="473517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7386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197" y="506003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7886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0678" y="29927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0929" y="31847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9725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4868" y="4690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9746" y="41149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9990" y="48090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5124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4240" y="55408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4240" y="480253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4240" y="40642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4240" y="332590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4240" y="258759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4240" y="184927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1737" y="5580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1737" y="48420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1737" y="41037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1737" y="33654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1737" y="26271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1737" y="18888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871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651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32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12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6295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100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1906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711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228" y="5894854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6823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81807" y="1899602"/>
              <a:ext cx="11092477" cy="3551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81807" y="4887824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81807" y="4062246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81807" y="3236668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81807" y="2411089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1495" y="43428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1495" y="4132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3892" y="45905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3139" y="3851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4543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7078" y="36494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6462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0467" y="38723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3892" y="3905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9098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8345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7592" y="3145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3790" y="3426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12660" y="33852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52935" y="2171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52935" y="20279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8106" y="209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3342" y="46896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5123" y="51725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006" y="49909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6049" y="44708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1393" y="35998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12660" y="36700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352" y="33356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9098" y="3331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4884" y="49084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7042" y="4739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5123" y="52568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0126" y="38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3653" y="42190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6838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3139" y="42107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690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132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574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0165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81807" y="5451323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14366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9913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5460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1007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6554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01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778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7325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2872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18419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3966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09513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82255" y="5857824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2026-04-16T14:22:26Z</dcterms:modified>
</cp:coreProperties>
</file>