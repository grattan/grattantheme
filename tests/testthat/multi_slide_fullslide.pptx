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31" r:id="rId1"/>
  </p:sldMasterIdLst>
  <p:notesMasterIdLst>
    <p:notesMasterId r:id="rId2"/>
  </p:notesMasterIdLst>
  <p:sldIdLst>
    <p:sldId id="256" r:id="rId8"/>
    <p:sldId id="257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C027A25-491E-F020-8D4D-24B2035FFD33}" name="Kat Clay" initials="KC" userId="S::kat.clay@grattaninstitute.edu.au::98d84789-129b-4d4d-9a75-a87bac8c8fd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4E6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41"/>
    <p:restoredTop sz="94653"/>
  </p:normalViewPr>
  <p:slideViewPr>
    <p:cSldViewPr snapToGrid="0" snapToObjects="1">
      <p:cViewPr varScale="1">
        <p:scale>
          <a:sx n="121" d="100"/>
          <a:sy n="121" d="100"/>
        </p:scale>
        <p:origin x="28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106" d="100"/>
          <a:sy n="106" d="100"/>
        </p:scale>
        <p:origin x="3620" y="5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presProps" Target="presProps.xml"/>
<Relationship Id="rId7" Type="http://schemas.microsoft.com/office/2018/10/relationships/authors" Target="author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ableStyles" Target="tableStyles.xml"/>
<Relationship Id="rId5" Type="http://schemas.openxmlformats.org/officeDocument/2006/relationships/theme" Target="theme/theme1.xml"/>
<Relationship Id="rId4" Type="http://schemas.openxmlformats.org/officeDocument/2006/relationships/viewProps" Target="view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/Relationships>
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375376-077A-8F42-9E71-155E70FB596E}" type="datetimeFigureOut">
              <a:rPr lang="en-US" smtClean="0"/>
              <a:t>4/3/25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E9419A-B53B-B044-8F99-D2573F3A84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3885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_rels/notesSlide2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2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/Users/mbbowes/Documents/GitHub/grattantheme/tests/testthat/multi_slide_fullslide.pptx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/Users/mbbowes/Documents/GitHub/grattantheme/tests/testthat/multi_slide_fullslide.pptx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ECBC2DE-EA68-5645-6DC4-19921CEEB0B0}"/>
              </a:ext>
            </a:extLst>
          </p:cNvPr>
          <p:cNvSpPr txBox="1"/>
          <p:nvPr userDrawn="1"/>
        </p:nvSpPr>
        <p:spPr>
          <a:xfrm>
            <a:off x="116541" y="129091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72C78F-E40D-3A6B-24C2-906FA20E603F}"/>
              </a:ext>
            </a:extLst>
          </p:cNvPr>
          <p:cNvSpPr/>
          <p:nvPr userDrawn="1"/>
        </p:nvSpPr>
        <p:spPr>
          <a:xfrm>
            <a:off x="-11575" y="0"/>
            <a:ext cx="12203575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2DD39A8-9F28-D01B-F290-1C31B5FA8F4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77400" y="5905970"/>
            <a:ext cx="1933575" cy="532929"/>
          </a:xfrm>
          <a:prstGeom prst="rect">
            <a:avLst/>
          </a:prstGeom>
        </p:spPr>
      </p:pic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9AC38636-A519-1DAA-F186-6178D64B122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-11575" y="0"/>
            <a:ext cx="4181474" cy="68580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picture here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7F0A3FD-BE2F-A94A-0A45-53E6C58A00E0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5043488" y="5091113"/>
            <a:ext cx="1306512" cy="1206500"/>
          </a:xfrm>
        </p:spPr>
        <p:txBody>
          <a:bodyPr>
            <a:normAutofit/>
          </a:bodyPr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AU" dirty="0"/>
              <a:t>Insert headshot here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74C6B55-78E8-9DB5-56FA-E4A3B5705F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64300" y="5141913"/>
            <a:ext cx="2335213" cy="339725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 and title</a:t>
            </a:r>
            <a:endParaRPr lang="en-AU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F4E9AF8-FC9F-0A5C-B569-D51DA3E363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64300" y="5732462"/>
            <a:ext cx="2276475" cy="268287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  <a:endParaRPr lang="en-AU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B0FC04F8-DC87-4C48-7442-FA72D1647E2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14913" y="2014538"/>
            <a:ext cx="5573712" cy="1206500"/>
          </a:xfrm>
        </p:spPr>
        <p:txBody>
          <a:bodyPr/>
          <a:lstStyle>
            <a:lvl1pPr marL="0" indent="0">
              <a:buNone/>
              <a:defRPr sz="4000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en-US" dirty="0"/>
              <a:t>Title</a:t>
            </a:r>
            <a:endParaRPr lang="en-AU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6DCF6FB1-F9E4-A648-B189-9DD172BB1E8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14913" y="3429000"/>
            <a:ext cx="5573712" cy="652463"/>
          </a:xfrm>
        </p:spPr>
        <p:txBody>
          <a:bodyPr>
            <a:normAutofit/>
          </a:bodyPr>
          <a:lstStyle>
            <a:lvl1pPr marL="0" indent="0">
              <a:buNone/>
              <a:defRPr sz="2400" b="0" cap="none" spc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defRPr>
            </a:lvl1pPr>
          </a:lstStyle>
          <a:p>
            <a:pPr lvl="0"/>
            <a:r>
              <a:rPr lang="en-US" dirty="0"/>
              <a:t>Subheading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316354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20FF13B-17DE-B58E-23D0-863404B8498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84C34C6-D93D-964F-98F1-8B05274CB5BF}" type="datetimeFigureOut">
              <a:rPr lang="en-US" smtClean="0"/>
              <a:t>4/3/25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D1C777A-97BF-664C-98A5-2907D0932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0620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8B1789E7-BA20-0780-FB52-B02484AC77D3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2B8918E-1EDB-7F60-9A99-7D4A0E14AB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D7BE69A9-24E9-418A-68B9-AAE233480B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7B216488-F6B2-C054-EB55-0F9A57D9C0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8EECB45-057A-1EA2-2F6E-7C55F9459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AA2F51-0C2E-D1D9-EFED-E3A2276D7D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DBAC65C7-BF2B-A350-909C-35D42AF84D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7906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+ orange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CF076BF-B4D2-731F-A8C4-B4C0523DA8D6}"/>
              </a:ext>
            </a:extLst>
          </p:cNvPr>
          <p:cNvSpPr/>
          <p:nvPr userDrawn="1"/>
        </p:nvSpPr>
        <p:spPr>
          <a:xfrm>
            <a:off x="0" y="-1"/>
            <a:ext cx="12192000" cy="13295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CC0B9F51-D432-89C3-BAF5-11132AE404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E482CF5D-DEBD-DB20-7858-2A857E71D9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96015322-31D2-917E-375B-3379430E14B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73A11B26-D536-E55C-FEA5-61BBE902EA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535906"/>
            <a:ext cx="11398531" cy="4615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E6EC27F-20CE-4CCF-3D5C-A051E0347B27}"/>
              </a:ext>
            </a:extLst>
          </p:cNvPr>
          <p:cNvSpPr txBox="1">
            <a:spLocks/>
          </p:cNvSpPr>
          <p:nvPr userDrawn="1"/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D1C777A-97BF-664C-98A5-2907D09321D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C22FC4E-C0DC-E3DE-BD6B-D5CA591803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5612" y="879474"/>
            <a:ext cx="6230937" cy="292100"/>
          </a:xfrm>
        </p:spPr>
        <p:txBody>
          <a:bodyPr>
            <a:noAutofit/>
          </a:bodyPr>
          <a:lstStyle>
            <a:lvl1pPr marL="0" indent="0">
              <a:buNone/>
              <a:defRPr sz="18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add subheading</a:t>
            </a:r>
            <a:endParaRPr lang="en-AU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2EE96F9-3E03-A2B8-1CAD-49604615B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3668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74C90D1F-6BBA-97AB-88AA-507E0C7ADB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721463F-DE73-8A1C-4B1D-EC55231461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BAB2FF0-4955-916C-E396-EBC8532A6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8836AB3-6799-2DF5-B516-EDC045CE4E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8319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8EC5B233-B10D-77D4-13F6-C9B4EACAB3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add slide title</a:t>
            </a:r>
            <a:endParaRPr lang="en-US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7C09E446-08E7-FD8F-80D1-1B02D15A69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33794" y="6356350"/>
            <a:ext cx="7189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65DDA1B1-E990-1373-D6AB-EF6EEB4045CA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1475" y="1808163"/>
            <a:ext cx="11412538" cy="4284662"/>
          </a:xfrm>
        </p:spPr>
        <p:txBody>
          <a:bodyPr/>
          <a:lstStyle/>
          <a:p>
            <a:r>
              <a:rPr lang="en-GB"/>
              <a:t>Click icon to add chart</a:t>
            </a:r>
            <a:endParaRPr lang="en-AU"/>
          </a:p>
        </p:txBody>
      </p:sp>
      <p:sp>
        <p:nvSpPr>
          <p:cNvPr id="7" name="Caption Placeholder 1">
            <a:extLst>
              <a:ext uri="{FF2B5EF4-FFF2-40B4-BE49-F238E27FC236}">
                <a16:creationId xmlns:a16="http://schemas.microsoft.com/office/drawing/2014/main" id="{0B68B2F7-35DA-8DD2-1D07-9D280795C28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 anchor="t">
            <a:normAutofit/>
          </a:bodyPr>
          <a:lstStyle>
            <a:lvl1pPr marL="0" indent="0">
              <a:spcBef>
                <a:spcPts val="200"/>
              </a:spcBef>
              <a:buNone/>
              <a:defRPr sz="800"/>
            </a:lvl1pPr>
          </a:lstStyle>
          <a:p>
            <a:pPr lvl="0"/>
            <a:r>
              <a:rPr lang="en-GB" dirty="0"/>
              <a:t>Insert source and notes here</a:t>
            </a:r>
            <a:endParaRPr lang="en-AU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B2EC199-2580-9D84-9E72-CE7324DB7A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GB" dirty="0"/>
              <a:t>Insert unit title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354036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423" userDrawn="1">
          <p15:clr>
            <a:srgbClr val="FBAE40"/>
          </p15:clr>
        </p15:guide>
        <p15:guide id="3" pos="234" userDrawn="1">
          <p15:clr>
            <a:srgbClr val="FBAE40"/>
          </p15:clr>
        </p15:guide>
        <p15:guide id="4" orient="horz" pos="3838" userDrawn="1">
          <p15:clr>
            <a:srgbClr val="FBAE40"/>
          </p15:clr>
        </p15:guide>
        <p15:guide id="5" orient="horz" pos="3929" userDrawn="1">
          <p15:clr>
            <a:srgbClr val="FBAE40"/>
          </p15:clr>
        </p15:guide>
        <p15:guide id="6" orient="horz" pos="1139" userDrawn="1">
          <p15:clr>
            <a:srgbClr val="FBAE40"/>
          </p15:clr>
        </p15:guide>
        <p15:guide id="7" orient="horz" pos="1049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AU" noProof="0" smtClean="0"/>
              <a:t>3/4/2025</a:t>
            </a:fld>
            <a:endParaRPr lang="en-AU" noProof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8263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2" r:id="rId1"/>
    <p:sldLayoutId id="2147483834" r:id="rId2"/>
    <p:sldLayoutId id="2147483833" r:id="rId3"/>
    <p:sldLayoutId id="2147483844" r:id="rId4"/>
    <p:sldLayoutId id="2147483837" r:id="rId5"/>
    <p:sldLayoutId id="2147483856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DM Serif Display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34" userDrawn="1">
          <p15:clr>
            <a:srgbClr val="F26B43"/>
          </p15:clr>
        </p15:guide>
        <p15:guide id="2" pos="7423" userDrawn="1">
          <p15:clr>
            <a:srgbClr val="F26B43"/>
          </p15:clr>
        </p15:guide>
        <p15:guide id="3" orient="horz" pos="210" userDrawn="1">
          <p15:clr>
            <a:srgbClr val="F26B43"/>
          </p15:clr>
        </p15:guide>
        <p15:guide id="4" orient="horz" pos="572" userDrawn="1">
          <p15:clr>
            <a:srgbClr val="F26B43"/>
          </p15:clr>
        </p15:guide>
        <p15:guide id="5" orient="horz" pos="82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6.xml"/>
<Relationship Id="rId2" Type="http://schemas.openxmlformats.org/officeDocument/2006/relationships/notesSlide" Target="../notesSlides/notesSlide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6.xml"/>
<Relationship Id="rId2" Type="http://schemas.openxmlformats.org/officeDocument/2006/relationships/notesSlide" Target="../notesSlides/notesSlide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/>
          <a:lstStyle/>
          <a:p>
            <a:r>
              <a:rPr/>
              <a:t>My 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371475" y="1808163"/>
            <a:ext cx="11412538" cy="4284662"/>
            <a:chOff x="371475" y="1808163"/>
            <a:chExt cx="11412538" cy="4284662"/>
          </a:xfrm>
        </p:grpSpPr>
        <p:sp>
          <p:nvSpPr>
            <p:cNvPr id="4" name="rc3"/>
            <p:cNvSpPr/>
            <p:nvPr/>
          </p:nvSpPr>
          <p:spPr>
            <a:xfrm>
              <a:off x="371475" y="1808162"/>
              <a:ext cx="11412538" cy="42846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793972" y="1877752"/>
              <a:ext cx="10920451" cy="3812052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93972" y="5206846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93972" y="4469505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93972" y="3732164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93972" y="2994823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93972" y="2257482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2573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7957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63341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88725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11410958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793972" y="5575516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793972" y="4838175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793972" y="4100834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793972" y="3363494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793972" y="2626153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793972" y="1888812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25265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50649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76033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10141758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4067290" y="39202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4714582" y="39202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3305770" y="365484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5577638" y="386130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6148778" y="425946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6199546" y="434794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6478770" y="490832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5514178" y="341889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5412642" y="365484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6148778" y="41857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6148778" y="439218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7747970" y="459864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6884914" y="446592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7011834" y="477560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10743283" y="54834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11184964" y="54834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10984431" y="484934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3001162" y="22391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516198" y="25340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2074646" y="201795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673838" y="384655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6351850" y="473136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6136086" y="477560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7164138" y="505579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7176830" y="41857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328486" y="299124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848858" y="318295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257281" y="25340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5463410" y="468712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4448050" y="411200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6478770" y="480510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4473434" y="386130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tx57"/>
            <p:cNvSpPr/>
            <p:nvPr/>
          </p:nvSpPr>
          <p:spPr>
            <a:xfrm>
              <a:off x="606983" y="553546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606983" y="479812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606983" y="406078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606983" y="332344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606983" y="258610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606983" y="18487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35</a:t>
              </a:r>
            </a:p>
          </p:txBody>
        </p:sp>
        <p:sp>
          <p:nvSpPr>
            <p:cNvPr id="64" name="pl63"/>
            <p:cNvSpPr/>
            <p:nvPr/>
          </p:nvSpPr>
          <p:spPr>
            <a:xfrm>
              <a:off x="759177" y="557551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4"/>
            <p:cNvSpPr/>
            <p:nvPr/>
          </p:nvSpPr>
          <p:spPr>
            <a:xfrm>
              <a:off x="759177" y="483817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5"/>
            <p:cNvSpPr/>
            <p:nvPr/>
          </p:nvSpPr>
          <p:spPr>
            <a:xfrm>
              <a:off x="759177" y="410083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6"/>
            <p:cNvSpPr/>
            <p:nvPr/>
          </p:nvSpPr>
          <p:spPr>
            <a:xfrm>
              <a:off x="759177" y="336349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759177" y="262615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759177" y="188881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2526557" y="568980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5064957" y="568980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7603357" y="568980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10141758" y="568980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2495467" y="57524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5033867" y="57524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7572268" y="57524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10110668" y="57524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6184383" y="5892110"/>
              <a:ext cx="13962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wt</a:t>
              </a:r>
            </a:p>
          </p:txBody>
        </p:sp>
        <p:sp>
          <p:nvSpPr>
            <p:cNvPr id="79" name="tx78"/>
            <p:cNvSpPr/>
            <p:nvPr/>
          </p:nvSpPr>
          <p:spPr>
            <a:xfrm rot="-5400000">
              <a:off x="355247" y="3733669"/>
              <a:ext cx="27185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mpg</a:t>
              </a:r>
            </a:p>
          </p:txBody>
        </p:sp>
      </p:grpSp>
      <p:sp>
        <p:nvSpPr>
          <p:cNvPr id="80" name="Title 1"/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</p:spPr>
        <p:txBody>
          <a:bodyPr/>
          <a:lstStyle/>
          <a:p>
            <a:r>
              <a:rPr/>
              <a:t>My title</a:t>
            </a:r>
          </a:p>
        </p:txBody>
      </p:sp>
      <p:sp>
        <p:nvSpPr>
          <p:cNvPr id="81" name="Caption Placeholder 1"/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/>
          <a:lstStyle/>
          <a:p>
            <a:r>
              <a:rPr/>
              <a:t>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371475" y="1808163"/>
            <a:ext cx="11412538" cy="4284662"/>
            <a:chOff x="371475" y="1808163"/>
            <a:chExt cx="11412538" cy="4284662"/>
          </a:xfrm>
        </p:grpSpPr>
        <p:sp>
          <p:nvSpPr>
            <p:cNvPr id="4" name="rc3"/>
            <p:cNvSpPr/>
            <p:nvPr/>
          </p:nvSpPr>
          <p:spPr>
            <a:xfrm>
              <a:off x="371475" y="1808162"/>
              <a:ext cx="11412538" cy="42846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576320" y="1899602"/>
              <a:ext cx="11097964" cy="355610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576320" y="4891517"/>
              <a:ext cx="11097964" cy="0"/>
            </a:xfrm>
            <a:custGeom>
              <a:avLst/>
              <a:pathLst>
                <a:path w="11097964" h="0">
                  <a:moveTo>
                    <a:pt x="0" y="0"/>
                  </a:moveTo>
                  <a:lnTo>
                    <a:pt x="11097964" y="0"/>
                  </a:lnTo>
                  <a:lnTo>
                    <a:pt x="11097964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576320" y="4064918"/>
              <a:ext cx="11097964" cy="0"/>
            </a:xfrm>
            <a:custGeom>
              <a:avLst/>
              <a:pathLst>
                <a:path w="11097964" h="0">
                  <a:moveTo>
                    <a:pt x="0" y="0"/>
                  </a:moveTo>
                  <a:lnTo>
                    <a:pt x="11097964" y="0"/>
                  </a:lnTo>
                  <a:lnTo>
                    <a:pt x="11097964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576320" y="3238320"/>
              <a:ext cx="11097964" cy="0"/>
            </a:xfrm>
            <a:custGeom>
              <a:avLst/>
              <a:pathLst>
                <a:path w="11097964" h="0">
                  <a:moveTo>
                    <a:pt x="0" y="0"/>
                  </a:moveTo>
                  <a:lnTo>
                    <a:pt x="11097964" y="0"/>
                  </a:lnTo>
                  <a:lnTo>
                    <a:pt x="11097964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576320" y="2411722"/>
              <a:ext cx="11097964" cy="0"/>
            </a:xfrm>
            <a:custGeom>
              <a:avLst/>
              <a:pathLst>
                <a:path w="11097964" h="0">
                  <a:moveTo>
                    <a:pt x="0" y="0"/>
                  </a:moveTo>
                  <a:lnTo>
                    <a:pt x="11097964" y="0"/>
                  </a:lnTo>
                  <a:lnTo>
                    <a:pt x="11097964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9"/>
            <p:cNvSpPr/>
            <p:nvPr/>
          </p:nvSpPr>
          <p:spPr>
            <a:xfrm>
              <a:off x="5598507" y="434595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5598507" y="413516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6371286" y="459393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5770236" y="385412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4611068" y="366814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4353475" y="365160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2722053" y="356068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7058201" y="38747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6371286" y="39078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4825729" y="366814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4224678" y="366814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3623628" y="314738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4010017" y="342842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3108442" y="338709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1047698" y="217199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1047698" y="202816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2893781" y="209347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10492774" y="469312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9634131" y="517668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11136757" y="499483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5813168" y="447407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3237238" y="360201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3108442" y="367227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2292731" y="333750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4825729" y="333336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8303234" y="491217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7745116" y="474271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9634131" y="526099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3366035" y="389132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5040389" y="422196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3022578" y="356068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5770236" y="421369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tx41"/>
            <p:cNvSpPr/>
            <p:nvPr/>
          </p:nvSpPr>
          <p:spPr>
            <a:xfrm>
              <a:off x="373303" y="4809541"/>
              <a:ext cx="127101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373303" y="3982943"/>
              <a:ext cx="127101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4" name="tx43"/>
            <p:cNvSpPr/>
            <p:nvPr/>
          </p:nvSpPr>
          <p:spPr>
            <a:xfrm>
              <a:off x="373303" y="3156344"/>
              <a:ext cx="127101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5" name="tx44"/>
            <p:cNvSpPr/>
            <p:nvPr/>
          </p:nvSpPr>
          <p:spPr>
            <a:xfrm>
              <a:off x="373303" y="2329746"/>
              <a:ext cx="127101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46" name="pl45"/>
            <p:cNvSpPr/>
            <p:nvPr/>
          </p:nvSpPr>
          <p:spPr>
            <a:xfrm>
              <a:off x="576320" y="5455712"/>
              <a:ext cx="11097964" cy="0"/>
            </a:xfrm>
            <a:custGeom>
              <a:avLst/>
              <a:pathLst>
                <a:path w="11097964" h="0">
                  <a:moveTo>
                    <a:pt x="0" y="0"/>
                  </a:moveTo>
                  <a:lnTo>
                    <a:pt x="11097964" y="0"/>
                  </a:lnTo>
                </a:path>
              </a:pathLst>
            </a:custGeom>
            <a:ln w="952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6"/>
            <p:cNvSpPr/>
            <p:nvPr/>
          </p:nvSpPr>
          <p:spPr>
            <a:xfrm>
              <a:off x="909044" y="5455712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7"/>
            <p:cNvSpPr/>
            <p:nvPr/>
          </p:nvSpPr>
          <p:spPr>
            <a:xfrm>
              <a:off x="3055653" y="5455712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8"/>
            <p:cNvSpPr/>
            <p:nvPr/>
          </p:nvSpPr>
          <p:spPr>
            <a:xfrm>
              <a:off x="5202261" y="5455712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49"/>
            <p:cNvSpPr/>
            <p:nvPr/>
          </p:nvSpPr>
          <p:spPr>
            <a:xfrm>
              <a:off x="7348869" y="5455712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0"/>
            <p:cNvSpPr/>
            <p:nvPr/>
          </p:nvSpPr>
          <p:spPr>
            <a:xfrm>
              <a:off x="9495477" y="5455712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1"/>
            <p:cNvSpPr/>
            <p:nvPr/>
          </p:nvSpPr>
          <p:spPr>
            <a:xfrm>
              <a:off x="11642085" y="5455712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tx52"/>
            <p:cNvSpPr/>
            <p:nvPr/>
          </p:nvSpPr>
          <p:spPr>
            <a:xfrm>
              <a:off x="781943" y="5588564"/>
              <a:ext cx="254203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4" name="tx53"/>
            <p:cNvSpPr/>
            <p:nvPr/>
          </p:nvSpPr>
          <p:spPr>
            <a:xfrm>
              <a:off x="2928551" y="5588564"/>
              <a:ext cx="254203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55" name="tx54"/>
            <p:cNvSpPr/>
            <p:nvPr/>
          </p:nvSpPr>
          <p:spPr>
            <a:xfrm>
              <a:off x="5075159" y="5588564"/>
              <a:ext cx="254203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6" name="tx55"/>
            <p:cNvSpPr/>
            <p:nvPr/>
          </p:nvSpPr>
          <p:spPr>
            <a:xfrm>
              <a:off x="7221767" y="5588564"/>
              <a:ext cx="254203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57" name="tx56"/>
            <p:cNvSpPr/>
            <p:nvPr/>
          </p:nvSpPr>
          <p:spPr>
            <a:xfrm>
              <a:off x="9368376" y="5588564"/>
              <a:ext cx="254203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8" name="tx57"/>
            <p:cNvSpPr/>
            <p:nvPr/>
          </p:nvSpPr>
          <p:spPr>
            <a:xfrm>
              <a:off x="11514984" y="5588564"/>
              <a:ext cx="254203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35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5902966" y="5860018"/>
              <a:ext cx="444672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mpg</a:t>
              </a:r>
            </a:p>
          </p:txBody>
        </p:sp>
      </p:grpSp>
      <p:sp>
        <p:nvSpPr>
          <p:cNvPr id="60" name="Title 1"/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</p:spPr>
        <p:txBody>
          <a:bodyPr/>
          <a:lstStyle/>
          <a:p>
            <a:r>
              <a:rPr/>
              <a:t>title</a:t>
            </a:r>
          </a:p>
        </p:txBody>
      </p:sp>
      <p:sp>
        <p:nvSpPr>
          <p:cNvPr id="61" name="Caption Placeholder 1"/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2022 Grattan PPT Colour Theme - FINAL">
      <a:dk1>
        <a:srgbClr val="000000"/>
      </a:dk1>
      <a:lt1>
        <a:srgbClr val="FFFFFF"/>
      </a:lt1>
      <a:dk2>
        <a:srgbClr val="D4582A"/>
      </a:dk2>
      <a:lt2>
        <a:srgbClr val="FFF3E6"/>
      </a:lt2>
      <a:accent1>
        <a:srgbClr val="EF7900"/>
      </a:accent1>
      <a:accent2>
        <a:srgbClr val="A1253E"/>
      </a:accent2>
      <a:accent3>
        <a:srgbClr val="611633"/>
      </a:accent3>
      <a:accent4>
        <a:srgbClr val="F5B50C"/>
      </a:accent4>
      <a:accent5>
        <a:srgbClr val="6A99C4"/>
      </a:accent5>
      <a:accent6>
        <a:srgbClr val="4371A1"/>
      </a:accent6>
      <a:hlink>
        <a:srgbClr val="EF7900"/>
      </a:hlink>
      <a:folHlink>
        <a:srgbClr val="D4582A"/>
      </a:folHlink>
    </a:clrScheme>
    <a:fontScheme name="Grattan Web Fonts">
      <a:majorFont>
        <a:latin typeface="DM Serif Display"/>
        <a:ea typeface=""/>
        <a:cs typeface=""/>
      </a:majorFont>
      <a:minorFont>
        <a:latin typeface="Avenir Next LT Pr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vert="horz" lIns="91440" tIns="45720" rIns="91440" bIns="45720" rtlCol="0" anchor="ctr">
        <a:normAutofit/>
      </a:bodyPr>
      <a:lstStyle>
        <a:defPPr algn="l">
          <a:defRPr sz="1600" dirty="0">
            <a:solidFill>
              <a:schemeClr val="accent1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9055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Avenir Next LT Pro</vt:lpstr>
      <vt:lpstr>Calibri</vt:lpstr>
      <vt:lpstr>DM Serif Display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Insert title</dc:title>
  <dc:creator>Kat Clay</dc:creator>
  <cp:lastModifiedBy>mbbowes</cp:lastModifiedBy>
  <cp:revision>271</cp:revision>
  <dcterms:created xsi:type="dcterms:W3CDTF">2022-05-20T01:54:03Z</dcterms:created>
  <dcterms:modified xsi:type="dcterms:W3CDTF">2025-12-03T15:59:11Z</dcterms:modified>
</cp:coreProperties>
</file>