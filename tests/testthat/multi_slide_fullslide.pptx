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603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9505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7480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990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2327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88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78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7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64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70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537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626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7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10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70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70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302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88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23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8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7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96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805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8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71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6040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44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92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5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157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461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65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247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626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6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14131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655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897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140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991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9918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9918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9918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9918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9918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9918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92770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92770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92770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92770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92770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92770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62121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2025-12-16T09:42:11Z</dcterms:modified>
</cp:coreProperties>
</file>