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  <p:sldId id="257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3972" y="1877752"/>
              <a:ext cx="10920451" cy="3812052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3972" y="520684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3972" y="446950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3972" y="373216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3972" y="299482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3972" y="225748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7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57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41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3972" y="557551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3972" y="483817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3972" y="410083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3972" y="336349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3972" y="262615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3972" y="188881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6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49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3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7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7290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4582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5770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7638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8778" y="42594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9546" y="43479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8770" y="49083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4178" y="34188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2642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8778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8778" y="43921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970" y="4598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914" y="44659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834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283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964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431" y="48493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1162" y="22391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6198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4646" y="201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3838" y="3846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850" y="47313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6086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4138" y="50557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830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8486" y="29912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8858" y="3182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7281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3410" y="46871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8050" y="4112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8770" y="48051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3434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6983" y="553546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6983" y="479812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6983" y="406078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6983" y="332344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6983" y="258610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6983" y="18487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9177" y="55755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9177" y="48381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9177" y="41008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9177" y="33634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9177" y="26261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9177" y="18888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65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49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33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758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54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38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2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6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4383" y="5892110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5247" y="3733669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576320" y="1899602"/>
              <a:ext cx="11097964" cy="355610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576320" y="4891517"/>
              <a:ext cx="11097964" cy="0"/>
            </a:xfrm>
            <a:custGeom>
              <a:avLst/>
              <a:pathLst>
                <a:path w="11097964" h="0">
                  <a:moveTo>
                    <a:pt x="0" y="0"/>
                  </a:moveTo>
                  <a:lnTo>
                    <a:pt x="11097964" y="0"/>
                  </a:lnTo>
                  <a:lnTo>
                    <a:pt x="11097964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576320" y="4064918"/>
              <a:ext cx="11097964" cy="0"/>
            </a:xfrm>
            <a:custGeom>
              <a:avLst/>
              <a:pathLst>
                <a:path w="11097964" h="0">
                  <a:moveTo>
                    <a:pt x="0" y="0"/>
                  </a:moveTo>
                  <a:lnTo>
                    <a:pt x="11097964" y="0"/>
                  </a:lnTo>
                  <a:lnTo>
                    <a:pt x="11097964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576320" y="3238320"/>
              <a:ext cx="11097964" cy="0"/>
            </a:xfrm>
            <a:custGeom>
              <a:avLst/>
              <a:pathLst>
                <a:path w="11097964" h="0">
                  <a:moveTo>
                    <a:pt x="0" y="0"/>
                  </a:moveTo>
                  <a:lnTo>
                    <a:pt x="11097964" y="0"/>
                  </a:lnTo>
                  <a:lnTo>
                    <a:pt x="11097964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576320" y="2411722"/>
              <a:ext cx="11097964" cy="0"/>
            </a:xfrm>
            <a:custGeom>
              <a:avLst/>
              <a:pathLst>
                <a:path w="11097964" h="0">
                  <a:moveTo>
                    <a:pt x="0" y="0"/>
                  </a:moveTo>
                  <a:lnTo>
                    <a:pt x="11097964" y="0"/>
                  </a:lnTo>
                  <a:lnTo>
                    <a:pt x="11097964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5598507" y="434595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5598507" y="41351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6371286" y="45939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770236" y="385412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4611068" y="36681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4353475" y="36516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722053" y="35606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7058201" y="38747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6371286" y="39078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825729" y="36681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224678" y="36681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623628" y="314738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10017" y="34284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3108442" y="33870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047698" y="21719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047698" y="20281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893781" y="20934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0492774" y="46931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9634131" y="51766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1136757" y="499483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5813168" y="44740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3237238" y="360201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108442" y="36722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92731" y="33375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825729" y="33333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8303234" y="49121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7745116" y="47427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9634131" y="52609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3366035" y="38913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040389" y="42219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3022578" y="35606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5770236" y="42136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373303" y="4809541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373303" y="3982943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373303" y="3156344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373303" y="2329746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576320" y="5455712"/>
              <a:ext cx="11097964" cy="0"/>
            </a:xfrm>
            <a:custGeom>
              <a:avLst/>
              <a:pathLst>
                <a:path w="11097964" h="0">
                  <a:moveTo>
                    <a:pt x="0" y="0"/>
                  </a:moveTo>
                  <a:lnTo>
                    <a:pt x="11097964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909044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3055653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5202261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7348869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9495477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11642085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781943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928551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075159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221767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9368376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1514984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5902966" y="5860018"/>
              <a:ext cx="444672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2025-12-03T15:18:24Z</dcterms:modified>
</cp:coreProperties>
</file>