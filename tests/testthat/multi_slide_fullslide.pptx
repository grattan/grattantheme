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05" y="1877752"/>
              <a:ext cx="10920518" cy="3812069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05" y="5206861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05" y="4469517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05" y="3732172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05" y="2994828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05" y="2257484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292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08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24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40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6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05" y="5575533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05" y="4838189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05" y="4100845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05" y="3363500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05" y="2626156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05" y="1888812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00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16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32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48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43" y="39203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39" y="39203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18" y="36548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01" y="38613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44" y="4259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12" y="43479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38" y="49083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40" y="34189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04" y="36548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44" y="41857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44" y="43922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46" y="45986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885" y="4465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06" y="4775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77" y="54834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1" y="54834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26" y="48493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08" y="22391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35" y="25340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587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789" y="38465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17" y="47313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52" y="4775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10" y="50558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03" y="41857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28" y="29912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04" y="31829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17" y="25340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372" y="46871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06" y="41120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38" y="48051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390" y="38613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63" y="5535342"/>
              <a:ext cx="12431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63" y="4798489"/>
              <a:ext cx="124311" cy="7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63" y="4060381"/>
              <a:ext cx="124311" cy="805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63" y="3323200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63" y="2585856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63" y="1848512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10" y="557553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10" y="48381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10" y="41008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10" y="3363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10" y="26261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10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00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16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32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48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23" y="5754198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38" y="5752233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54" y="5754252"/>
              <a:ext cx="62155" cy="78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70" y="5753816"/>
              <a:ext cx="62155" cy="787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14" y="5897724"/>
              <a:ext cx="139700" cy="946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2523" y="3730922"/>
              <a:ext cx="271760" cy="1057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76355" y="1899602"/>
              <a:ext cx="11097929" cy="35560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76355" y="4891487"/>
              <a:ext cx="11097929" cy="0"/>
            </a:xfrm>
            <a:custGeom>
              <a:avLst/>
              <a:pathLst>
                <a:path w="11097929" h="0">
                  <a:moveTo>
                    <a:pt x="0" y="0"/>
                  </a:moveTo>
                  <a:lnTo>
                    <a:pt x="11097929" y="0"/>
                  </a:lnTo>
                  <a:lnTo>
                    <a:pt x="1109792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76355" y="4064897"/>
              <a:ext cx="11097929" cy="0"/>
            </a:xfrm>
            <a:custGeom>
              <a:avLst/>
              <a:pathLst>
                <a:path w="11097929" h="0">
                  <a:moveTo>
                    <a:pt x="0" y="0"/>
                  </a:moveTo>
                  <a:lnTo>
                    <a:pt x="11097929" y="0"/>
                  </a:lnTo>
                  <a:lnTo>
                    <a:pt x="1109792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76355" y="3238307"/>
              <a:ext cx="11097929" cy="0"/>
            </a:xfrm>
            <a:custGeom>
              <a:avLst/>
              <a:pathLst>
                <a:path w="11097929" h="0">
                  <a:moveTo>
                    <a:pt x="0" y="0"/>
                  </a:moveTo>
                  <a:lnTo>
                    <a:pt x="11097929" y="0"/>
                  </a:lnTo>
                  <a:lnTo>
                    <a:pt x="1109792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76355" y="2411717"/>
              <a:ext cx="11097929" cy="0"/>
            </a:xfrm>
            <a:custGeom>
              <a:avLst/>
              <a:pathLst>
                <a:path w="11097929" h="0">
                  <a:moveTo>
                    <a:pt x="0" y="0"/>
                  </a:moveTo>
                  <a:lnTo>
                    <a:pt x="11097929" y="0"/>
                  </a:lnTo>
                  <a:lnTo>
                    <a:pt x="1109792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598526" y="43459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598526" y="41351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1303" y="45939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0255" y="38541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1090" y="36681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3498" y="3651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2081" y="35606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58215" y="38747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1303" y="39078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5750" y="36681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4702" y="36681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3653" y="31473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0041" y="34284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08469" y="33870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47731" y="217199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47731" y="202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3809" y="2093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2778" y="469309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4137" y="51766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6758" y="49948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3187" y="447404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37265" y="36019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08469" y="3672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2760" y="33374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5750" y="33333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3244" y="49121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5128" y="47426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4137" y="526096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66061" y="38913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0410" y="42219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2605" y="35606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0255" y="421367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13074"/>
              <a:ext cx="127136" cy="160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2465"/>
              <a:ext cx="127136" cy="164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60005"/>
              <a:ext cx="127136" cy="1602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2521"/>
              <a:ext cx="127136" cy="1611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76355" y="5455677"/>
              <a:ext cx="11097929" cy="0"/>
            </a:xfrm>
            <a:custGeom>
              <a:avLst/>
              <a:pathLst>
                <a:path w="11097929" h="0">
                  <a:moveTo>
                    <a:pt x="0" y="0"/>
                  </a:moveTo>
                  <a:lnTo>
                    <a:pt x="1109792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09078" y="5455677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5680" y="5455677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2281" y="5455677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48883" y="5455677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5484" y="5455677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085" y="5455677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942" y="5588305"/>
              <a:ext cx="254272" cy="1641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8543" y="5589310"/>
              <a:ext cx="254272" cy="1631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5145" y="5587747"/>
              <a:ext cx="254272" cy="1647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21746" y="5588082"/>
              <a:ext cx="254272" cy="164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8348" y="5588082"/>
              <a:ext cx="254272" cy="164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14949" y="5588082"/>
              <a:ext cx="254272" cy="164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902971" y="5850959"/>
              <a:ext cx="444698" cy="173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2025-10-07T18:28:42Z</dcterms:modified>
</cp:coreProperties>
</file>