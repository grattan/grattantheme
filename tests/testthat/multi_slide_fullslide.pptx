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7995" y="1877752"/>
              <a:ext cx="10916428" cy="3814338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7995" y="5208842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7995" y="4471059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7995" y="3733276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7995" y="2995493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7995" y="2257710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6120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867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6139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3604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1070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7995" y="557773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7995" y="483995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7995" y="410216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7995" y="3364384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7995" y="2626601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7995" y="1888818"/>
              <a:ext cx="10916428" cy="0"/>
            </a:xfrm>
            <a:custGeom>
              <a:avLst/>
              <a:pathLst>
                <a:path w="10916428" h="0">
                  <a:moveTo>
                    <a:pt x="0" y="0"/>
                  </a:moveTo>
                  <a:lnTo>
                    <a:pt x="10916428" y="0"/>
                  </a:lnTo>
                  <a:lnTo>
                    <a:pt x="10916428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994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740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4872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2337" y="1877752"/>
              <a:ext cx="0" cy="3814338"/>
            </a:xfrm>
            <a:custGeom>
              <a:avLst/>
              <a:pathLst>
                <a:path w="0" h="3814338">
                  <a:moveTo>
                    <a:pt x="0" y="381433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70095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7149" y="39215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8856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9887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50816" y="426091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201566" y="43494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80687" y="491016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6450" y="34198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4952" y="36559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50816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50816" y="43937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9419" y="46002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6681" y="44674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3555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628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5147" y="548563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687" y="485114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4360" y="22393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9943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8185" y="201805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6788" y="384775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3814" y="4733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8129" y="47773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5802" y="50577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8490" y="418713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31931" y="299192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52112" y="318375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61121" y="25345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5701" y="46888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50715" y="411336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80687" y="480687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6089" y="386251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5703" y="5538186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5703" y="4800403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5703" y="406262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5703" y="3324837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5703" y="2587054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5703" y="1849270"/>
              <a:ext cx="129661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63200" y="55777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63200" y="48399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63200" y="410216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63200" y="33643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63200" y="262660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63200" y="18888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994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740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4872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2337" y="5692090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752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499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456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09921" y="5754720"/>
              <a:ext cx="64830" cy="7909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1960" y="5893391"/>
              <a:ext cx="148498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40342" y="3735452"/>
              <a:ext cx="300380" cy="989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81807" y="1899602"/>
              <a:ext cx="11092477" cy="355172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81807" y="4887824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81807" y="4062246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81807" y="3236668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81807" y="2411089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  <a:lnTo>
                    <a:pt x="11092477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601495" y="43428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601495" y="4132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3892" y="459056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3139" y="385167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4543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7078" y="364940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6462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60467" y="387231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3892" y="39053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9098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8345" y="366591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7592" y="314580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3790" y="34264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12660" y="33852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52935" y="217162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52935" y="20279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8106" y="20931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3342" y="46896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5123" y="51725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7006" y="49909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6049" y="447085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41393" y="35998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12660" y="367004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7352" y="333568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9098" y="3331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4884" y="49084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7042" y="4739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5123" y="525680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70126" y="388882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3653" y="42190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6838" y="35585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3139" y="421079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6900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1322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5743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30165"/>
              <a:ext cx="132588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81807" y="5451323"/>
              <a:ext cx="11092477" cy="0"/>
            </a:xfrm>
            <a:custGeom>
              <a:avLst/>
              <a:pathLst>
                <a:path w="11092477" h="0">
                  <a:moveTo>
                    <a:pt x="0" y="0"/>
                  </a:moveTo>
                  <a:lnTo>
                    <a:pt x="11092477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14366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9913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5460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51007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6554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101" y="5451323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778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7325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2872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18419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3966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09513" y="5584174"/>
              <a:ext cx="265176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882255" y="5857824"/>
              <a:ext cx="491581" cy="1618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Avenir Next"/>
                  <a:cs typeface="Avenir Next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2026-01-13T09:21:31Z</dcterms:modified>
</cp:coreProperties>
</file>