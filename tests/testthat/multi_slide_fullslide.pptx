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  <p:sldId id="257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6532" y="1877752"/>
              <a:ext cx="10917891" cy="3817081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6532" y="5211238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6532" y="4472924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6532" y="3734610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6532" y="2996297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6532" y="2257983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9808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7613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5419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3224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1029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6532" y="5580395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6532" y="4842081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6532" y="4103767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6532" y="3365454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6532" y="2627140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6532" y="1888826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8711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6516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4321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2126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9075" y="39230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6215" y="39230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7733" y="365723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9069" y="38639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50075" y="42626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200831" y="43512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9990" y="49123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5624" y="34209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4112" y="365723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50075" y="41888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50075" y="43955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8892" y="460227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6039" y="44693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2929" y="4779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503" y="54882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5081" y="54882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594" y="48533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3197" y="223967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8581" y="2535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6898" y="201818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5715" y="38491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3100" y="473517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7386" y="4779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5197" y="506003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7886" y="41888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30678" y="29927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50929" y="318471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9725" y="2535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4868" y="46908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9746" y="41149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9990" y="480900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5124" y="38639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4240" y="554084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4240" y="480253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4240" y="406422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4240" y="3325906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4240" y="2587592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4240" y="1849278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61737" y="558039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61737" y="484208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61737" y="410376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61737" y="336545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61737" y="262714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61737" y="188882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8711" y="56948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6516" y="56948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4321" y="56948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2126" y="56948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6295" y="57574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4100" y="57574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1906" y="57574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09711" y="57574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1228" y="5894854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40342" y="3736823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581807" y="1899602"/>
              <a:ext cx="11092477" cy="35517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581807" y="4887824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581807" y="4062246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581807" y="3236668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581807" y="2411089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5601495" y="43428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5601495" y="41323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6373892" y="45905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773139" y="385167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4614543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4357078" y="36494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726462" y="3558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7060467" y="387231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6373892" y="39053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829098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228345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627592" y="3145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13790" y="34264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3112660" y="33852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052935" y="2171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052935" y="20279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898106" y="20931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0493342" y="46896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9635123" y="51725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1137006" y="49909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5816049" y="44708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3241393" y="35998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112660" y="367004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297352" y="333568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829098" y="33315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8304884" y="490841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7747042" y="47391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9635123" y="525680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3370126" y="38888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043653" y="42190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3026838" y="3558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5773139" y="42107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373303" y="4806900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373303" y="3981322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373303" y="3155743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373303" y="2330165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581807" y="5451323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914366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3059913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5205460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7351007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9496554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11642101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781778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927325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072872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218419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9363966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11509513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5882255" y="5857824"/>
              <a:ext cx="491581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2026-04-17T15:55:17Z</dcterms:modified>
</cp:coreProperties>
</file>