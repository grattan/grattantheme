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76320" y="1899602"/>
              <a:ext cx="11097964" cy="35561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76320" y="4891517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76320" y="4064918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76320" y="3238320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76320" y="241172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598507" y="4345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598507" y="4135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1286" y="45939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0236" y="38541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106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3475" y="365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2053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58201" y="3874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1286" y="39078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5729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467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3628" y="31473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0017" y="34284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08442" y="3387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47698" y="21719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47698" y="20281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3781" y="2093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2774" y="4693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4131" y="5176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6757" y="49948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3168" y="44740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37238" y="36020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08442" y="36722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2731" y="3337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5729" y="3333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3234" y="49121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5116" y="47427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4131" y="5260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66035" y="38913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0389" y="4221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2578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0236" y="42136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954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943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634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29746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76320" y="545571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09044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5653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2261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48869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5477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085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943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8551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5159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1767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8376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84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02966" y="5860018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2025-12-11T15:15:59Z</dcterms:modified>
</cp:coreProperties>
</file>