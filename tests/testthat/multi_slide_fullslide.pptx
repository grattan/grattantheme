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  <p:sldId id="257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7995" y="1877752"/>
              <a:ext cx="10916428" cy="3814338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7995" y="5208842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7995" y="4471059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7995" y="3733276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7995" y="2995493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7995" y="2257710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61209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8674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6139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3604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1070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7995" y="5577734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7995" y="4839951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7995" y="4102168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7995" y="3364384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7995" y="2626601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7995" y="1888818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9942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7407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4872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2337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70095" y="39215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7149" y="39215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8856" y="3655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9887" y="38625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50816" y="426091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201566" y="43494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80687" y="49101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6450" y="34198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4952" y="3655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50816" y="41871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50816" y="43937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9419" y="46002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6681" y="446749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3555" y="47773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628" y="5485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5147" y="5485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687" y="48511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4360" y="22393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9943" y="25345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8185" y="201805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6788" y="38477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3814" y="47330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8129" y="47773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5802" y="505772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8490" y="41871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31931" y="299192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52112" y="31837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61121" y="25345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5701" y="46888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50715" y="411336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80687" y="48068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6089" y="38625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5703" y="5538186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5703" y="480040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5703" y="406262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5703" y="332483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5703" y="2587054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5703" y="184927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63200" y="55777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63200" y="483995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63200" y="410216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63200" y="336438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63200" y="262660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63200" y="188881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9942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7407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4872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2337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7526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4991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456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09921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1960" y="5893391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40342" y="3735452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581807" y="1899602"/>
              <a:ext cx="11092477" cy="35517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581807" y="4887824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581807" y="4062246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581807" y="3236668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581807" y="2411089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5601495" y="43428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5601495" y="41323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6373892" y="45905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773139" y="385167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4614543" y="36659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4357078" y="36494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726462" y="3558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7060467" y="387231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6373892" y="39053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829098" y="36659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228345" y="36659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627592" y="3145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13790" y="34264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3112660" y="33852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052935" y="2171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052935" y="202796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898106" y="20931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0493342" y="46896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9635123" y="51725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1137006" y="49909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5816049" y="44708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3241393" y="35998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112660" y="367004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297352" y="333568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829098" y="33315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8304884" y="490841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7747042" y="47391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9635123" y="525680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3370126" y="38888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043653" y="42190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3026838" y="3558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5773139" y="42107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373303" y="4806900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373303" y="3981322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373303" y="3155743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373303" y="2330165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581807" y="5451323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914366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3059913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5205460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7351007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9496554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11642101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781778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927325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072872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218419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9363966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11509513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5882255" y="5857824"/>
              <a:ext cx="491581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2026-01-12T16:37:01Z</dcterms:modified>
</cp:coreProperties>
</file>