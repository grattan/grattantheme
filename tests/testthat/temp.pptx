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72" y="1877752"/>
              <a:ext cx="10920451" cy="3812052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72" y="520684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72" y="446950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72" y="373216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72" y="299482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72" y="225748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72" y="557551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72" y="483817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72" y="410083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72" y="336349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72" y="262615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72" y="188881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90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82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70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38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78" y="42594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46" y="43479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70" y="4908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78" y="34188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42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78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78" y="43921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70" y="4598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914" y="44659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34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83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4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31" y="48493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62" y="22391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98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646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838" y="3846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50" y="47313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86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38" y="50557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30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86" y="29912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58" y="3182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81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410" y="46871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50" y="4112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70" y="48051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434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83" y="55354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83" y="479812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83" y="406078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83" y="332344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83" y="25861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83" y="18487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77" y="55755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77" y="48381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77" y="41008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77" y="3363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77" y="26261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77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58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83" y="5892110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247" y="3733669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2026-01-13T09:21:29Z</dcterms:modified>
</cp:coreProperties>
</file>