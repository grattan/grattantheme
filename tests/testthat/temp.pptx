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00647" y="1877752"/>
              <a:ext cx="10913776" cy="380958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00647" y="5204690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00647" y="4467826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00647" y="3730963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00647" y="2994100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800647" y="2257236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3748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800597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7446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4294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143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800647" y="5573121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800647" y="4836258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800647" y="4099395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00647" y="3362531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800647" y="2625668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800647" y="1888804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32173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9021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5870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719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1944" y="39189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8840" y="39189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10889" y="36536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81369" y="3859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2160" y="42579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2897" y="4346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1950" y="49063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7948" y="34178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6474" y="36536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2160" y="41842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2160" y="43905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50375" y="459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7846" y="44642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4688" y="47737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856" y="5481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268" y="5481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857" y="48473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6467" y="22388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22411" y="253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80518" y="20178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8732" y="38452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5108" y="47294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9476" y="47737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6899" y="505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9584" y="41842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4203" y="2990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4257" y="318208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3652" y="253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7211" y="46852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2471" y="41105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1950" y="48031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7840" y="3859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8355" y="553357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8355" y="479671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8355" y="4059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8355" y="332298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8355" y="25861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8355" y="184925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5852" y="55731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5852" y="48362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5852" y="4099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5852" y="33625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5852" y="26256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5852" y="18888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32173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9021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5870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719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9757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6606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3455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303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3286" y="589073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307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2026-01-12T16:00:39Z</dcterms:modified>
</cp:coreProperties>
</file>