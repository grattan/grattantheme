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7995" y="1877752"/>
              <a:ext cx="10916428" cy="3814338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7995" y="5208842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7995" y="4471059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7995" y="3733276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7995" y="2995493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7995" y="2257710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61209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8674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6139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3604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1070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7995" y="5577734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7995" y="4839951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7995" y="4102168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7995" y="3364384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7995" y="2626601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7995" y="1888818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9942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7407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4872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2337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70095" y="39215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7149" y="39215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8856" y="3655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9887" y="38625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50816" y="426091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201566" y="43494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80687" y="49101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6450" y="34198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4952" y="3655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50816" y="41871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50816" y="43937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9419" y="46002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6681" y="446749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3555" y="47773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628" y="5485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5147" y="5485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687" y="48511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4360" y="22393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9943" y="25345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8185" y="201805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6788" y="38477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3814" y="47330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8129" y="47773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5802" y="505772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8490" y="41871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31931" y="299192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52112" y="31837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61121" y="25345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5701" y="46888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50715" y="411336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80687" y="48068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6089" y="38625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5703" y="5538186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5703" y="480040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5703" y="406262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5703" y="332483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5703" y="2587054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5703" y="184927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63200" y="55777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63200" y="483995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63200" y="410216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63200" y="336438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63200" y="262660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63200" y="188881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9942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7407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4872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2337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7526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4991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456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09921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1960" y="5893391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40342" y="3735452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2025-12-16T09:42:09Z</dcterms:modified>
</cp:coreProperties>
</file>