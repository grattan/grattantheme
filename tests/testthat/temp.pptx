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2326" y="1877752"/>
              <a:ext cx="10922097" cy="381507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2326" y="5209481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2326" y="4471556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2326" y="3733632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2326" y="2995707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2326" y="2257783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5780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4563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3346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129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12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2326" y="5578443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2326" y="4840519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2326" y="4102594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2326" y="3364670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2326" y="2626745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2326" y="1888820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5172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3955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2738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521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6142" y="3921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3532" y="3921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4507" y="36562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6718" y="38629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7944" y="42613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8720" y="43499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7986" y="4910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3249" y="34201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1697" y="36562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7944" y="41875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7944" y="43942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377" y="460082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191" y="446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130" y="4777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141" y="5486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889" y="5486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326" y="48517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999853" y="22394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4665" y="2534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3198" y="20180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2631" y="38481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047" y="47336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5250" y="4777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3457" y="50583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151" y="41875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7076" y="29921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7526" y="31840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5710" y="2534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2473" y="468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6960" y="41137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7986" y="48074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2348" y="38629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337" y="553843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337" y="480051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337" y="406258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337" y="332466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337" y="258674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337" y="184881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7531" y="55784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7531" y="48405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7531" y="41025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7531" y="33646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7531" y="26267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7531" y="18888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5172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3955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2738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521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4082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2865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648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431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3514" y="5893756"/>
              <a:ext cx="13972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156" y="3735269"/>
              <a:ext cx="27185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2026-07-14T15:25:44Z</dcterms:modified>
</cp:coreProperties>
</file>