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2326" y="1877752"/>
              <a:ext cx="10922097" cy="381507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2326" y="5209481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2326" y="4471556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2326" y="3733632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2326" y="2995707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2326" y="225778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5780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4563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3346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129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1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2326" y="557844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2326" y="4840519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2326" y="4102594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2326" y="336467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2326" y="2626745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2326" y="188882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517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3955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2738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521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614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353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450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671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7944" y="42613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8720" y="43499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7986" y="4910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3249" y="3420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169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7944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7944" y="43942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377" y="46008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191" y="446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13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141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889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326" y="48517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9853" y="2239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4665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3198" y="20180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2631" y="38481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047" y="47336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525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3457" y="50583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151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7076" y="29921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7526" y="3184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5710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2473" y="468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6960" y="41137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7986" y="48074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234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337" y="55384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337" y="48005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337" y="406258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337" y="332466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337" y="258674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337" y="18488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7531" y="557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7531" y="4840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7531" y="4102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7531" y="3364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7531" y="262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7531" y="188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5172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3955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2738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521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4082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2865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648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431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514" y="5893756"/>
              <a:ext cx="1397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156" y="3735269"/>
              <a:ext cx="27185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2026-04-10T09:41:23Z</dcterms:modified>
</cp:coreProperties>
</file>