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31" r:id="rId1"/>
  </p:sldMasterIdLst>
  <p:notesMasterIdLst>
    <p:notesMasterId r:id="rId2"/>
  </p:notesMasterIdLst>
  <p:sldIdLst>
    <p:sldId id="256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C027A25-491E-F020-8D4D-24B2035FFD33}" name="Kat Clay" initials="KC" userId="S::kat.clay@grattaninstitute.edu.au::98d84789-129b-4d4d-9a75-a87bac8c8fd2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4E6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241"/>
    <p:restoredTop sz="94653"/>
  </p:normalViewPr>
  <p:slideViewPr>
    <p:cSldViewPr snapToGrid="0" snapToObjects="1">
      <p:cViewPr varScale="1">
        <p:scale>
          <a:sx n="121" d="100"/>
          <a:sy n="121" d="100"/>
        </p:scale>
        <p:origin x="288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106" d="100"/>
          <a:sy n="106" d="100"/>
        </p:scale>
        <p:origin x="3620" y="5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presProps" Target="presProps.xml"/>
<Relationship Id="rId7" Type="http://schemas.microsoft.com/office/2018/10/relationships/authors" Target="author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ableStyles" Target="tableStyles.xml"/>
<Relationship Id="rId5" Type="http://schemas.openxmlformats.org/officeDocument/2006/relationships/theme" Target="theme/theme1.xml"/>
<Relationship Id="rId4" Type="http://schemas.openxmlformats.org/officeDocument/2006/relationships/viewProps" Target="viewProps.xml"/>
<Relationship Id="rId8" Type="http://schemas.openxmlformats.org/officeDocument/2006/relationships/slide" Target="slides/slide1.xml"/>
</Relationships>
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6375376-077A-8F42-9E71-155E70FB596E}" type="datetimeFigureOut">
              <a:rPr lang="en-US" smtClean="0"/>
              <a:t>4/3/25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2E9419A-B53B-B044-8F99-D2573F3A84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63885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.xml"/>
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
Powerpoint file location: /Users/mbbowes/Documents/GitHub/grattantheme/tests/testthat/temp.pptx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0ECBC2DE-EA68-5645-6DC4-19921CEEB0B0}"/>
              </a:ext>
            </a:extLst>
          </p:cNvPr>
          <p:cNvSpPr txBox="1"/>
          <p:nvPr userDrawn="1"/>
        </p:nvSpPr>
        <p:spPr>
          <a:xfrm>
            <a:off x="116541" y="129091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972C78F-E40D-3A6B-24C2-906FA20E603F}"/>
              </a:ext>
            </a:extLst>
          </p:cNvPr>
          <p:cNvSpPr/>
          <p:nvPr userDrawn="1"/>
        </p:nvSpPr>
        <p:spPr>
          <a:xfrm>
            <a:off x="-11575" y="0"/>
            <a:ext cx="12203575" cy="6858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2DD39A8-9F28-D01B-F290-1C31B5FA8F4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77400" y="5905970"/>
            <a:ext cx="1933575" cy="532929"/>
          </a:xfrm>
          <a:prstGeom prst="rect">
            <a:avLst/>
          </a:prstGeom>
        </p:spPr>
      </p:pic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9AC38636-A519-1DAA-F186-6178D64B122F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-11575" y="0"/>
            <a:ext cx="4181474" cy="68580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picture here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7F0A3FD-BE2F-A94A-0A45-53E6C58A00E0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5043488" y="5091113"/>
            <a:ext cx="1306512" cy="1206500"/>
          </a:xfrm>
        </p:spPr>
        <p:txBody>
          <a:bodyPr>
            <a:normAutofit/>
          </a:bodyPr>
          <a:lstStyle>
            <a:lvl1pPr>
              <a:defRPr sz="1400">
                <a:solidFill>
                  <a:schemeClr val="bg1"/>
                </a:solidFill>
              </a:defRPr>
            </a:lvl1pPr>
          </a:lstStyle>
          <a:p>
            <a:r>
              <a:rPr lang="en-AU" dirty="0"/>
              <a:t>Insert headshot here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74C6B55-78E8-9DB5-56FA-E4A3B5705F8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464300" y="5141913"/>
            <a:ext cx="2335213" cy="339725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Name and title</a:t>
            </a:r>
            <a:endParaRPr lang="en-AU" dirty="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0F4E9AF8-FC9F-0A5C-B569-D51DA3E363F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464300" y="5732462"/>
            <a:ext cx="2276475" cy="268287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Date</a:t>
            </a:r>
            <a:endParaRPr lang="en-AU" dirty="0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B0FC04F8-DC87-4C48-7442-FA72D1647E2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014913" y="2014538"/>
            <a:ext cx="5573712" cy="1206500"/>
          </a:xfrm>
        </p:spPr>
        <p:txBody>
          <a:bodyPr/>
          <a:lstStyle>
            <a:lvl1pPr marL="0" indent="0">
              <a:buNone/>
              <a:defRPr sz="4000">
                <a:solidFill>
                  <a:schemeClr val="bg1"/>
                </a:solidFill>
                <a:latin typeface="+mj-lt"/>
              </a:defRPr>
            </a:lvl1pPr>
            <a:lvl5pPr>
              <a:defRPr/>
            </a:lvl5pPr>
          </a:lstStyle>
          <a:p>
            <a:pPr lvl="0"/>
            <a:r>
              <a:rPr lang="en-US" dirty="0"/>
              <a:t>Title</a:t>
            </a:r>
            <a:endParaRPr lang="en-AU" dirty="0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6DCF6FB1-F9E4-A648-B189-9DD172BB1E8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014913" y="3429000"/>
            <a:ext cx="5573712" cy="652463"/>
          </a:xfrm>
        </p:spPr>
        <p:txBody>
          <a:bodyPr>
            <a:normAutofit/>
          </a:bodyPr>
          <a:lstStyle>
            <a:lvl1pPr marL="0" indent="0">
              <a:buNone/>
              <a:defRPr sz="2400" b="0" cap="none" spc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defRPr>
            </a:lvl1pPr>
          </a:lstStyle>
          <a:p>
            <a:pPr lvl="0"/>
            <a:r>
              <a:rPr lang="en-US" dirty="0"/>
              <a:t>Subheading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316354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20FF13B-17DE-B58E-23D0-863404B8498B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84C34C6-D93D-964F-98F1-8B05274CB5BF}" type="datetimeFigureOut">
              <a:rPr lang="en-US" smtClean="0"/>
              <a:t>4/3/25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D1C777A-97BF-664C-98A5-2907D09321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00620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8B1789E7-BA20-0780-FB52-B02484AC77D3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B2B8918E-1EDB-7F60-9A99-7D4A0E14ABC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6" name="Date Placeholder 3">
            <a:extLst>
              <a:ext uri="{FF2B5EF4-FFF2-40B4-BE49-F238E27FC236}">
                <a16:creationId xmlns:a16="http://schemas.microsoft.com/office/drawing/2014/main" id="{D7BE69A9-24E9-418A-68B9-AAE233480BE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7B216488-F6B2-C054-EB55-0F9A57D9C0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8EECB45-057A-1EA2-2F6E-7C55F9459D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8AA2F51-0C2E-D1D9-EFED-E3A2276D7D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5481" y="1315299"/>
            <a:ext cx="11398531" cy="48362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DBAC65C7-BF2B-A350-909C-35D42AF84D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679066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+ orange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7CF076BF-B4D2-731F-A8C4-B4C0523DA8D6}"/>
              </a:ext>
            </a:extLst>
          </p:cNvPr>
          <p:cNvSpPr/>
          <p:nvPr userDrawn="1"/>
        </p:nvSpPr>
        <p:spPr>
          <a:xfrm>
            <a:off x="0" y="-1"/>
            <a:ext cx="12192000" cy="13295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CC0B9F51-D432-89C3-BAF5-11132AE404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E482CF5D-DEBD-DB20-7858-2A857E71D9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96015322-31D2-917E-375B-3379430E14B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73A11B26-D536-E55C-FEA5-61BBE902EA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5481" y="1535906"/>
            <a:ext cx="11398531" cy="461565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1E6EC27F-20CE-4CCF-3D5C-A051E0347B27}"/>
              </a:ext>
            </a:extLst>
          </p:cNvPr>
          <p:cNvSpPr txBox="1">
            <a:spLocks/>
          </p:cNvSpPr>
          <p:nvPr userDrawn="1"/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D1C777A-97BF-664C-98A5-2907D09321D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CC22FC4E-C0DC-E3DE-BD6B-D5CA5918036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5612" y="879474"/>
            <a:ext cx="6230937" cy="292100"/>
          </a:xfrm>
        </p:spPr>
        <p:txBody>
          <a:bodyPr>
            <a:noAutofit/>
          </a:bodyPr>
          <a:lstStyle>
            <a:lvl1pPr marL="0" indent="0">
              <a:buNone/>
              <a:defRPr sz="18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Click to add subheading</a:t>
            </a:r>
            <a:endParaRPr lang="en-AU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B2EE96F9-3E03-A2B8-1CAD-49604615BA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36684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F927AB4-CA90-E951-65D7-A7115E4E9728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2C36E00-9570-96F4-957E-95AEE4FAB2B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74C90D1F-6BBA-97AB-88AA-507E0C7ADBC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6721463F-DE73-8A1C-4B1D-EC55231461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BAB2FF0-4955-916C-E396-EBC8532A65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18836AB3-6799-2DF5-B516-EDC045CE4ED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48319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F927AB4-CA90-E951-65D7-A7115E4E9728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2C36E00-9570-96F4-957E-95AEE4FAB2B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1" name="Title 1">
            <a:extLst>
              <a:ext uri="{FF2B5EF4-FFF2-40B4-BE49-F238E27FC236}">
                <a16:creationId xmlns:a16="http://schemas.microsoft.com/office/drawing/2014/main" id="{8EC5B233-B10D-77D4-13F6-C9B4EACAB3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5482" y="367368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add slide title</a:t>
            </a:r>
            <a:endParaRPr lang="en-US" dirty="0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7C09E446-08E7-FD8F-80D1-1B02D15A69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33794" y="6356350"/>
            <a:ext cx="71893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65DDA1B1-E990-1373-D6AB-EF6EEB4045CA}"/>
              </a:ext>
            </a:extLst>
          </p:cNvPr>
          <p:cNvSpPr>
            <a:spLocks noGrp="1"/>
          </p:cNvSpPr>
          <p:nvPr>
            <p:ph type="chart" sz="quarter" idx="12"/>
          </p:nvPr>
        </p:nvSpPr>
        <p:spPr>
          <a:xfrm>
            <a:off x="371475" y="1808163"/>
            <a:ext cx="11412538" cy="4284662"/>
          </a:xfrm>
        </p:spPr>
        <p:txBody>
          <a:bodyPr/>
          <a:lstStyle/>
          <a:p>
            <a:r>
              <a:rPr lang="en-GB"/>
              <a:t>Click icon to add chart</a:t>
            </a:r>
            <a:endParaRPr lang="en-AU"/>
          </a:p>
        </p:txBody>
      </p:sp>
      <p:sp>
        <p:nvSpPr>
          <p:cNvPr id="7" name="Caption Placeholder 1">
            <a:extLst>
              <a:ext uri="{FF2B5EF4-FFF2-40B4-BE49-F238E27FC236}">
                <a16:creationId xmlns:a16="http://schemas.microsoft.com/office/drawing/2014/main" id="{0B68B2F7-35DA-8DD2-1D07-9D280795C28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6239781"/>
            <a:ext cx="10662320" cy="455613"/>
          </a:xfrm>
        </p:spPr>
        <p:txBody>
          <a:bodyPr anchor="t">
            <a:normAutofit/>
          </a:bodyPr>
          <a:lstStyle>
            <a:lvl1pPr marL="0" indent="0">
              <a:spcBef>
                <a:spcPts val="200"/>
              </a:spcBef>
              <a:buNone/>
              <a:defRPr sz="800"/>
            </a:lvl1pPr>
          </a:lstStyle>
          <a:p>
            <a:pPr lvl="0"/>
            <a:r>
              <a:rPr lang="en-GB" dirty="0"/>
              <a:t>Insert source and notes here</a:t>
            </a:r>
            <a:endParaRPr lang="en-AU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1B2EC199-2580-9D84-9E72-CE7324DB7A0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78478" y="1312069"/>
            <a:ext cx="11398531" cy="335156"/>
          </a:xfrm>
        </p:spPr>
        <p:txBody>
          <a:bodyPr>
            <a:no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GB" dirty="0"/>
              <a:t>Insert unit title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354036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7423" userDrawn="1">
          <p15:clr>
            <a:srgbClr val="FBAE40"/>
          </p15:clr>
        </p15:guide>
        <p15:guide id="3" pos="234" userDrawn="1">
          <p15:clr>
            <a:srgbClr val="FBAE40"/>
          </p15:clr>
        </p15:guide>
        <p15:guide id="4" orient="horz" pos="3838" userDrawn="1">
          <p15:clr>
            <a:srgbClr val="FBAE40"/>
          </p15:clr>
        </p15:guide>
        <p15:guide id="5" orient="horz" pos="3929" userDrawn="1">
          <p15:clr>
            <a:srgbClr val="FBAE40"/>
          </p15:clr>
        </p15:guide>
        <p15:guide id="6" orient="horz" pos="1139" userDrawn="1">
          <p15:clr>
            <a:srgbClr val="FBAE40"/>
          </p15:clr>
        </p15:guide>
        <p15:guide id="7" orient="horz" pos="1049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5481" y="1315299"/>
            <a:ext cx="11398531" cy="48362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AU" noProof="0" smtClean="0"/>
              <a:t>3/4/2025</a:t>
            </a:fld>
            <a:endParaRPr lang="en-AU" noProof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82634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2" r:id="rId1"/>
    <p:sldLayoutId id="2147483834" r:id="rId2"/>
    <p:sldLayoutId id="2147483833" r:id="rId3"/>
    <p:sldLayoutId id="2147483844" r:id="rId4"/>
    <p:sldLayoutId id="2147483837" r:id="rId5"/>
    <p:sldLayoutId id="2147483856" r:id="rId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chemeClr val="tx1"/>
          </a:solidFill>
          <a:latin typeface="DM Serif Display" pitchFamily="2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34" userDrawn="1">
          <p15:clr>
            <a:srgbClr val="F26B43"/>
          </p15:clr>
        </p15:guide>
        <p15:guide id="2" pos="7423" userDrawn="1">
          <p15:clr>
            <a:srgbClr val="F26B43"/>
          </p15:clr>
        </p15:guide>
        <p15:guide id="3" orient="horz" pos="210" userDrawn="1">
          <p15:clr>
            <a:srgbClr val="F26B43"/>
          </p15:clr>
        </p15:guide>
        <p15:guide id="4" orient="horz" pos="572" userDrawn="1">
          <p15:clr>
            <a:srgbClr val="F26B43"/>
          </p15:clr>
        </p15:guide>
        <p15:guide id="5" orient="horz" pos="822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6.xml"/>
<Relationship Id="rId2" Type="http://schemas.openxmlformats.org/officeDocument/2006/relationships/notesSlide" Target="../notesSlides/notesSlide1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78478" y="1312069"/>
            <a:ext cx="11398531" cy="335156"/>
          </a:xfrm>
        </p:spPr>
        <p:txBody>
          <a:bodyPr/>
          <a:lstStyle/>
          <a:p>
            <a:r>
              <a:rPr/>
              <a:t>My subtitle</a:t>
            </a:r>
          </a:p>
        </p:txBody>
      </p:sp>
      <p:grpSp xmlns:pic="http://schemas.openxmlformats.org/drawingml/2006/picture">
        <p:nvGrpSpPr>
          <p:cNvPr id="3" name="Content Placeholder 3"/>
          <p:cNvGrpSpPr/>
          <p:nvPr/>
        </p:nvGrpSpPr>
        <p:grpSpPr>
          <a:xfrm>
            <a:off x="371475" y="1808163"/>
            <a:ext cx="11412538" cy="4284662"/>
            <a:chOff x="371475" y="1808163"/>
            <a:chExt cx="11412538" cy="4284662"/>
          </a:xfrm>
        </p:grpSpPr>
        <p:sp>
          <p:nvSpPr>
            <p:cNvPr id="4" name="rc3"/>
            <p:cNvSpPr/>
            <p:nvPr/>
          </p:nvSpPr>
          <p:spPr>
            <a:xfrm>
              <a:off x="371475" y="1808162"/>
              <a:ext cx="11412538" cy="42846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793905" y="1877752"/>
              <a:ext cx="10920518" cy="3812069"/>
            </a:xfrm>
            <a:prstGeom prst="rect">
              <a:avLst/>
            </a:prstGeom>
            <a:solidFill>
              <a:srgbClr val="EBEBE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793905" y="5206861"/>
              <a:ext cx="10920518" cy="0"/>
            </a:xfrm>
            <a:custGeom>
              <a:avLst/>
              <a:pathLst>
                <a:path w="10920518" h="0">
                  <a:moveTo>
                    <a:pt x="0" y="0"/>
                  </a:moveTo>
                  <a:lnTo>
                    <a:pt x="10920518" y="0"/>
                  </a:lnTo>
                  <a:lnTo>
                    <a:pt x="10920518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793905" y="4469517"/>
              <a:ext cx="10920518" cy="0"/>
            </a:xfrm>
            <a:custGeom>
              <a:avLst/>
              <a:pathLst>
                <a:path w="10920518" h="0">
                  <a:moveTo>
                    <a:pt x="0" y="0"/>
                  </a:moveTo>
                  <a:lnTo>
                    <a:pt x="10920518" y="0"/>
                  </a:lnTo>
                  <a:lnTo>
                    <a:pt x="10920518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793905" y="3732172"/>
              <a:ext cx="10920518" cy="0"/>
            </a:xfrm>
            <a:custGeom>
              <a:avLst/>
              <a:pathLst>
                <a:path w="10920518" h="0">
                  <a:moveTo>
                    <a:pt x="0" y="0"/>
                  </a:moveTo>
                  <a:lnTo>
                    <a:pt x="10920518" y="0"/>
                  </a:lnTo>
                  <a:lnTo>
                    <a:pt x="10920518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793905" y="2994828"/>
              <a:ext cx="10920518" cy="0"/>
            </a:xfrm>
            <a:custGeom>
              <a:avLst/>
              <a:pathLst>
                <a:path w="10920518" h="0">
                  <a:moveTo>
                    <a:pt x="0" y="0"/>
                  </a:moveTo>
                  <a:lnTo>
                    <a:pt x="10920518" y="0"/>
                  </a:lnTo>
                  <a:lnTo>
                    <a:pt x="10920518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793905" y="2257484"/>
              <a:ext cx="10920518" cy="0"/>
            </a:xfrm>
            <a:custGeom>
              <a:avLst/>
              <a:pathLst>
                <a:path w="10920518" h="0">
                  <a:moveTo>
                    <a:pt x="0" y="0"/>
                  </a:moveTo>
                  <a:lnTo>
                    <a:pt x="10920518" y="0"/>
                  </a:lnTo>
                  <a:lnTo>
                    <a:pt x="10920518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0"/>
            <p:cNvSpPr/>
            <p:nvPr/>
          </p:nvSpPr>
          <p:spPr>
            <a:xfrm>
              <a:off x="1257292" y="1877752"/>
              <a:ext cx="0" cy="3812069"/>
            </a:xfrm>
            <a:custGeom>
              <a:avLst/>
              <a:pathLst>
                <a:path w="0" h="3812069">
                  <a:moveTo>
                    <a:pt x="0" y="3812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1"/>
            <p:cNvSpPr/>
            <p:nvPr/>
          </p:nvSpPr>
          <p:spPr>
            <a:xfrm>
              <a:off x="3795708" y="1877752"/>
              <a:ext cx="0" cy="3812069"/>
            </a:xfrm>
            <a:custGeom>
              <a:avLst/>
              <a:pathLst>
                <a:path w="0" h="3812069">
                  <a:moveTo>
                    <a:pt x="0" y="3812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2"/>
            <p:cNvSpPr/>
            <p:nvPr/>
          </p:nvSpPr>
          <p:spPr>
            <a:xfrm>
              <a:off x="6334124" y="1877752"/>
              <a:ext cx="0" cy="3812069"/>
            </a:xfrm>
            <a:custGeom>
              <a:avLst/>
              <a:pathLst>
                <a:path w="0" h="3812069">
                  <a:moveTo>
                    <a:pt x="0" y="3812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3"/>
            <p:cNvSpPr/>
            <p:nvPr/>
          </p:nvSpPr>
          <p:spPr>
            <a:xfrm>
              <a:off x="8872540" y="1877752"/>
              <a:ext cx="0" cy="3812069"/>
            </a:xfrm>
            <a:custGeom>
              <a:avLst/>
              <a:pathLst>
                <a:path w="0" h="3812069">
                  <a:moveTo>
                    <a:pt x="0" y="3812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4"/>
            <p:cNvSpPr/>
            <p:nvPr/>
          </p:nvSpPr>
          <p:spPr>
            <a:xfrm>
              <a:off x="11410956" y="1877752"/>
              <a:ext cx="0" cy="3812069"/>
            </a:xfrm>
            <a:custGeom>
              <a:avLst/>
              <a:pathLst>
                <a:path w="0" h="3812069">
                  <a:moveTo>
                    <a:pt x="0" y="3812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5"/>
            <p:cNvSpPr/>
            <p:nvPr/>
          </p:nvSpPr>
          <p:spPr>
            <a:xfrm>
              <a:off x="793905" y="5575533"/>
              <a:ext cx="10920518" cy="0"/>
            </a:xfrm>
            <a:custGeom>
              <a:avLst/>
              <a:pathLst>
                <a:path w="10920518" h="0">
                  <a:moveTo>
                    <a:pt x="0" y="0"/>
                  </a:moveTo>
                  <a:lnTo>
                    <a:pt x="10920518" y="0"/>
                  </a:lnTo>
                  <a:lnTo>
                    <a:pt x="10920518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793905" y="4838189"/>
              <a:ext cx="10920518" cy="0"/>
            </a:xfrm>
            <a:custGeom>
              <a:avLst/>
              <a:pathLst>
                <a:path w="10920518" h="0">
                  <a:moveTo>
                    <a:pt x="0" y="0"/>
                  </a:moveTo>
                  <a:lnTo>
                    <a:pt x="10920518" y="0"/>
                  </a:lnTo>
                  <a:lnTo>
                    <a:pt x="10920518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7"/>
            <p:cNvSpPr/>
            <p:nvPr/>
          </p:nvSpPr>
          <p:spPr>
            <a:xfrm>
              <a:off x="793905" y="4100845"/>
              <a:ext cx="10920518" cy="0"/>
            </a:xfrm>
            <a:custGeom>
              <a:avLst/>
              <a:pathLst>
                <a:path w="10920518" h="0">
                  <a:moveTo>
                    <a:pt x="0" y="0"/>
                  </a:moveTo>
                  <a:lnTo>
                    <a:pt x="10920518" y="0"/>
                  </a:lnTo>
                  <a:lnTo>
                    <a:pt x="10920518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793905" y="3363500"/>
              <a:ext cx="10920518" cy="0"/>
            </a:xfrm>
            <a:custGeom>
              <a:avLst/>
              <a:pathLst>
                <a:path w="10920518" h="0">
                  <a:moveTo>
                    <a:pt x="0" y="0"/>
                  </a:moveTo>
                  <a:lnTo>
                    <a:pt x="10920518" y="0"/>
                  </a:lnTo>
                  <a:lnTo>
                    <a:pt x="10920518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19"/>
            <p:cNvSpPr/>
            <p:nvPr/>
          </p:nvSpPr>
          <p:spPr>
            <a:xfrm>
              <a:off x="793905" y="2626156"/>
              <a:ext cx="10920518" cy="0"/>
            </a:xfrm>
            <a:custGeom>
              <a:avLst/>
              <a:pathLst>
                <a:path w="10920518" h="0">
                  <a:moveTo>
                    <a:pt x="0" y="0"/>
                  </a:moveTo>
                  <a:lnTo>
                    <a:pt x="10920518" y="0"/>
                  </a:lnTo>
                  <a:lnTo>
                    <a:pt x="10920518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0"/>
            <p:cNvSpPr/>
            <p:nvPr/>
          </p:nvSpPr>
          <p:spPr>
            <a:xfrm>
              <a:off x="793905" y="1888812"/>
              <a:ext cx="10920518" cy="0"/>
            </a:xfrm>
            <a:custGeom>
              <a:avLst/>
              <a:pathLst>
                <a:path w="10920518" h="0">
                  <a:moveTo>
                    <a:pt x="0" y="0"/>
                  </a:moveTo>
                  <a:lnTo>
                    <a:pt x="10920518" y="0"/>
                  </a:lnTo>
                  <a:lnTo>
                    <a:pt x="10920518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1"/>
            <p:cNvSpPr/>
            <p:nvPr/>
          </p:nvSpPr>
          <p:spPr>
            <a:xfrm>
              <a:off x="2526500" y="1877752"/>
              <a:ext cx="0" cy="3812069"/>
            </a:xfrm>
            <a:custGeom>
              <a:avLst/>
              <a:pathLst>
                <a:path w="0" h="3812069">
                  <a:moveTo>
                    <a:pt x="0" y="3812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2"/>
            <p:cNvSpPr/>
            <p:nvPr/>
          </p:nvSpPr>
          <p:spPr>
            <a:xfrm>
              <a:off x="5064916" y="1877752"/>
              <a:ext cx="0" cy="3812069"/>
            </a:xfrm>
            <a:custGeom>
              <a:avLst/>
              <a:pathLst>
                <a:path w="0" h="3812069">
                  <a:moveTo>
                    <a:pt x="0" y="3812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3"/>
            <p:cNvSpPr/>
            <p:nvPr/>
          </p:nvSpPr>
          <p:spPr>
            <a:xfrm>
              <a:off x="7603332" y="1877752"/>
              <a:ext cx="0" cy="3812069"/>
            </a:xfrm>
            <a:custGeom>
              <a:avLst/>
              <a:pathLst>
                <a:path w="0" h="3812069">
                  <a:moveTo>
                    <a:pt x="0" y="3812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4"/>
            <p:cNvSpPr/>
            <p:nvPr/>
          </p:nvSpPr>
          <p:spPr>
            <a:xfrm>
              <a:off x="10141748" y="1877752"/>
              <a:ext cx="0" cy="3812069"/>
            </a:xfrm>
            <a:custGeom>
              <a:avLst/>
              <a:pathLst>
                <a:path w="0" h="3812069">
                  <a:moveTo>
                    <a:pt x="0" y="3812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4067243" y="392030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4714539" y="392030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3305718" y="365485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5577601" y="386131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6148744" y="425947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6199512" y="434796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6478738" y="490834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5514140" y="341890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5412604" y="365485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6148744" y="418574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6148744" y="439220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7747946" y="459865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6884885" y="446593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7011806" y="477562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10743277" y="548347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11184961" y="548347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10984426" y="484935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3001108" y="223915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1516135" y="253409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2074587" y="201795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3673789" y="384656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6351817" y="473137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6136052" y="477562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7164110" y="505581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7176803" y="418574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2328428" y="299124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2848804" y="318295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1257217" y="253409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5463372" y="468713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4448006" y="411201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6478738" y="480511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4473390" y="386131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tx57"/>
            <p:cNvSpPr/>
            <p:nvPr/>
          </p:nvSpPr>
          <p:spPr>
            <a:xfrm>
              <a:off x="606963" y="5535342"/>
              <a:ext cx="124311" cy="802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606963" y="4798489"/>
              <a:ext cx="124311" cy="797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60" name="tx59"/>
            <p:cNvSpPr/>
            <p:nvPr/>
          </p:nvSpPr>
          <p:spPr>
            <a:xfrm>
              <a:off x="606963" y="4060381"/>
              <a:ext cx="124311" cy="805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61" name="tx60"/>
            <p:cNvSpPr/>
            <p:nvPr/>
          </p:nvSpPr>
          <p:spPr>
            <a:xfrm>
              <a:off x="606963" y="3323200"/>
              <a:ext cx="124311" cy="803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62" name="tx61"/>
            <p:cNvSpPr/>
            <p:nvPr/>
          </p:nvSpPr>
          <p:spPr>
            <a:xfrm>
              <a:off x="606963" y="2585856"/>
              <a:ext cx="124311" cy="803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63" name="tx62"/>
            <p:cNvSpPr/>
            <p:nvPr/>
          </p:nvSpPr>
          <p:spPr>
            <a:xfrm>
              <a:off x="606963" y="1848512"/>
              <a:ext cx="124311" cy="803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35</a:t>
              </a:r>
            </a:p>
          </p:txBody>
        </p:sp>
        <p:sp>
          <p:nvSpPr>
            <p:cNvPr id="64" name="pl63"/>
            <p:cNvSpPr/>
            <p:nvPr/>
          </p:nvSpPr>
          <p:spPr>
            <a:xfrm>
              <a:off x="759110" y="5575533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4"/>
            <p:cNvSpPr/>
            <p:nvPr/>
          </p:nvSpPr>
          <p:spPr>
            <a:xfrm>
              <a:off x="759110" y="4838189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5"/>
            <p:cNvSpPr/>
            <p:nvPr/>
          </p:nvSpPr>
          <p:spPr>
            <a:xfrm>
              <a:off x="759110" y="4100845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6"/>
            <p:cNvSpPr/>
            <p:nvPr/>
          </p:nvSpPr>
          <p:spPr>
            <a:xfrm>
              <a:off x="759110" y="336350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7"/>
            <p:cNvSpPr/>
            <p:nvPr/>
          </p:nvSpPr>
          <p:spPr>
            <a:xfrm>
              <a:off x="759110" y="262615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8"/>
            <p:cNvSpPr/>
            <p:nvPr/>
          </p:nvSpPr>
          <p:spPr>
            <a:xfrm>
              <a:off x="759110" y="188881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69"/>
            <p:cNvSpPr/>
            <p:nvPr/>
          </p:nvSpPr>
          <p:spPr>
            <a:xfrm>
              <a:off x="2526500" y="568982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0"/>
            <p:cNvSpPr/>
            <p:nvPr/>
          </p:nvSpPr>
          <p:spPr>
            <a:xfrm>
              <a:off x="5064916" y="568982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1"/>
            <p:cNvSpPr/>
            <p:nvPr/>
          </p:nvSpPr>
          <p:spPr>
            <a:xfrm>
              <a:off x="7603332" y="568982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2"/>
            <p:cNvSpPr/>
            <p:nvPr/>
          </p:nvSpPr>
          <p:spPr>
            <a:xfrm>
              <a:off x="10141748" y="568982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tx73"/>
            <p:cNvSpPr/>
            <p:nvPr/>
          </p:nvSpPr>
          <p:spPr>
            <a:xfrm>
              <a:off x="2495423" y="5754198"/>
              <a:ext cx="62155" cy="7841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75" name="tx74"/>
            <p:cNvSpPr/>
            <p:nvPr/>
          </p:nvSpPr>
          <p:spPr>
            <a:xfrm>
              <a:off x="5033838" y="5752233"/>
              <a:ext cx="62155" cy="803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76" name="tx75"/>
            <p:cNvSpPr/>
            <p:nvPr/>
          </p:nvSpPr>
          <p:spPr>
            <a:xfrm>
              <a:off x="7572254" y="5754252"/>
              <a:ext cx="62155" cy="78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77" name="tx76"/>
            <p:cNvSpPr/>
            <p:nvPr/>
          </p:nvSpPr>
          <p:spPr>
            <a:xfrm>
              <a:off x="10110670" y="5753816"/>
              <a:ext cx="62155" cy="787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78" name="tx77"/>
            <p:cNvSpPr/>
            <p:nvPr/>
          </p:nvSpPr>
          <p:spPr>
            <a:xfrm>
              <a:off x="6184314" y="5897724"/>
              <a:ext cx="139700" cy="9461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wt</a:t>
              </a:r>
            </a:p>
          </p:txBody>
        </p:sp>
        <p:sp>
          <p:nvSpPr>
            <p:cNvPr id="79" name="tx78"/>
            <p:cNvSpPr/>
            <p:nvPr/>
          </p:nvSpPr>
          <p:spPr>
            <a:xfrm rot="-5400000">
              <a:off x="352523" y="3730922"/>
              <a:ext cx="271760" cy="1057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mpg</a:t>
              </a:r>
            </a:p>
          </p:txBody>
        </p:sp>
      </p:grpSp>
      <p:sp>
        <p:nvSpPr>
          <p:cNvPr id="80" name="Title 1"/>
          <p:cNvSpPr>
            <a:spLocks noGrp="1"/>
          </p:cNvSpPr>
          <p:nvPr>
            <p:ph type="title" hasCustomPrompt="1"/>
          </p:nvPr>
        </p:nvSpPr>
        <p:spPr>
          <a:xfrm>
            <a:off x="385482" y="367368"/>
            <a:ext cx="9637060" cy="540145"/>
          </a:xfrm>
        </p:spPr>
        <p:txBody>
          <a:bodyPr/>
          <a:lstStyle/>
          <a:p>
            <a:r>
              <a:rPr/>
              <a:t>My title</a:t>
            </a:r>
          </a:p>
        </p:txBody>
      </p:sp>
      <p:sp>
        <p:nvSpPr>
          <p:cNvPr id="81" name="Caption Placeholder 1"/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6239781"/>
            <a:ext cx="10662320" cy="455613"/>
          </a:xfrm>
        </p:spPr>
        <p:txBody>
          <a:bodyPr/>
          <a:lstStyle/>
          <a:p>
            <a:r>
              <a:rPr/>
              <a:t>Notes: notes. 
Source: source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2022 Grattan PPT Colour Theme - FINAL">
      <a:dk1>
        <a:srgbClr val="000000"/>
      </a:dk1>
      <a:lt1>
        <a:srgbClr val="FFFFFF"/>
      </a:lt1>
      <a:dk2>
        <a:srgbClr val="D4582A"/>
      </a:dk2>
      <a:lt2>
        <a:srgbClr val="FFF3E6"/>
      </a:lt2>
      <a:accent1>
        <a:srgbClr val="EF7900"/>
      </a:accent1>
      <a:accent2>
        <a:srgbClr val="A1253E"/>
      </a:accent2>
      <a:accent3>
        <a:srgbClr val="611633"/>
      </a:accent3>
      <a:accent4>
        <a:srgbClr val="F5B50C"/>
      </a:accent4>
      <a:accent5>
        <a:srgbClr val="6A99C4"/>
      </a:accent5>
      <a:accent6>
        <a:srgbClr val="4371A1"/>
      </a:accent6>
      <a:hlink>
        <a:srgbClr val="EF7900"/>
      </a:hlink>
      <a:folHlink>
        <a:srgbClr val="D4582A"/>
      </a:folHlink>
    </a:clrScheme>
    <a:fontScheme name="Grattan Web Fonts">
      <a:majorFont>
        <a:latin typeface="DM Serif Display"/>
        <a:ea typeface=""/>
        <a:cs typeface=""/>
      </a:majorFont>
      <a:minorFont>
        <a:latin typeface="Avenir Next LT Pro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/>
      <a:bodyPr vert="horz" lIns="91440" tIns="45720" rIns="91440" bIns="45720" rtlCol="0" anchor="ctr">
        <a:normAutofit/>
      </a:bodyPr>
      <a:lstStyle>
        <a:defPPr algn="l">
          <a:defRPr sz="1600" dirty="0">
            <a:solidFill>
              <a:schemeClr val="accent1"/>
            </a:solidFill>
            <a:latin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AE6F2518-B084-4896-AF52-66CC2144AA2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9055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5" baseType="lpstr">
      <vt:lpstr>Arial</vt:lpstr>
      <vt:lpstr>Avenir Next LT Pro</vt:lpstr>
      <vt:lpstr>Calibri</vt:lpstr>
      <vt:lpstr>DM Serif Display</vt:lpstr>
      <vt:lpstr>Office Theme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Insert title</dc:title>
  <dc:creator>Kat Clay</dc:creator>
  <cp:lastModifiedBy>mbbowes</cp:lastModifiedBy>
  <cp:revision>271</cp:revision>
  <dcterms:created xsi:type="dcterms:W3CDTF">2022-05-20T01:54:03Z</dcterms:created>
  <dcterms:modified xsi:type="dcterms:W3CDTF">2025-10-07T17:33:34Z</dcterms:modified>
</cp:coreProperties>
</file>