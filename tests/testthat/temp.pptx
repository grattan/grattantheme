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3972" y="1877752"/>
              <a:ext cx="10920451" cy="3812052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3972" y="520684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3972" y="446950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3972" y="373216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3972" y="299482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3972" y="225748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7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57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41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2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09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3972" y="557551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3972" y="483817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3972" y="410083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3972" y="336349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3972" y="262615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3972" y="188881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6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49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3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17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7290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4582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5770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7638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48778" y="42594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199546" y="43479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8770" y="49083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4178" y="34188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2642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48778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48778" y="43921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7970" y="45986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4914" y="44659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1834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283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4964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431" y="48493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1162" y="22391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6198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4646" y="20179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3838" y="38465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1850" y="473136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6086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4138" y="50557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6830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28486" y="29912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48858" y="3182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7281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3410" y="468712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8050" y="4112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8770" y="48051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3434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6983" y="553546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6983" y="479812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6983" y="406078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6983" y="332344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6983" y="258610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6983" y="18487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59177" y="55755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59177" y="48381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59177" y="41008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59177" y="33634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59177" y="262615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59177" y="188881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65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49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33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1758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54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38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2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106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4383" y="5892110"/>
              <a:ext cx="13962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55247" y="3733669"/>
              <a:ext cx="27185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2026-01-13T09:09:03Z</dcterms:modified>
</cp:coreProperties>
</file>