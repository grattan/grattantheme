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IdLst>
    <p:sldId id="256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/>
    <p:restoredTop sz="94653"/>
  </p:normalViewPr>
  <p:slideViewPr>
    <p:cSldViewPr snapToGrid="0" snapToObjects="1">
      <p:cViewPr varScale="1">
        <p:scale>
          <a:sx n="121" d="100"/>
          <a:sy n="121" d="100"/>
        </p:scale>
        <p:origin x="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7" Type="http://schemas.microsoft.com/office/2018/10/relationships/authors" Target="author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8" Type="http://schemas.openxmlformats.org/officeDocument/2006/relationships/slide" Target="slides/slide1.xml"/>
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4/3/25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/Users/mbbowes/Documents/GitHub/grattantheme/tests/testthat/temp.pptx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116541" y="12909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11575" y="0"/>
            <a:ext cx="12203575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77400" y="5905970"/>
            <a:ext cx="1933575" cy="532929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1575" y="0"/>
            <a:ext cx="4181474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43488" y="5091113"/>
            <a:ext cx="1306512" cy="1206500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64300" y="5141913"/>
            <a:ext cx="2335213" cy="33972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4300" y="5732462"/>
            <a:ext cx="2276475" cy="268287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14913" y="2014538"/>
            <a:ext cx="5573712" cy="1206500"/>
          </a:xfr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14913" y="3429000"/>
            <a:ext cx="5573712" cy="652463"/>
          </a:xfrm>
        </p:spPr>
        <p:txBody>
          <a:bodyPr>
            <a:normAutofit/>
          </a:bodyPr>
          <a:lstStyle>
            <a:lvl1pPr marL="0" indent="0">
              <a:buNone/>
              <a:defRPr sz="2400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-1"/>
            <a:ext cx="12192000" cy="13295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535906"/>
            <a:ext cx="11398531" cy="4615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612" y="879474"/>
            <a:ext cx="6230937" cy="2921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33794" y="6356350"/>
            <a:ext cx="7189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5DDA1B1-E990-1373-D6AB-EF6EEB4045CA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1475" y="1808163"/>
            <a:ext cx="11412538" cy="4284662"/>
          </a:xfrm>
        </p:spPr>
        <p:txBody>
          <a:bodyPr/>
          <a:lstStyle/>
          <a:p>
            <a:r>
              <a:rPr lang="en-GB"/>
              <a:t>Click icon to add chart</a:t>
            </a:r>
            <a:endParaRPr lang="en-AU"/>
          </a:p>
        </p:txBody>
      </p:sp>
      <p:sp>
        <p:nvSpPr>
          <p:cNvPr id="7" name="Caption Placeholder 1">
            <a:extLst>
              <a:ext uri="{FF2B5EF4-FFF2-40B4-BE49-F238E27FC236}">
                <a16:creationId xmlns:a16="http://schemas.microsoft.com/office/drawing/2014/main" id="{0B68B2F7-35DA-8DD2-1D07-9D280795C2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 anchor="t">
            <a:normAutofit/>
          </a:bodyPr>
          <a:lstStyle>
            <a:lvl1pPr marL="0" indent="0">
              <a:spcBef>
                <a:spcPts val="200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2EC199-2580-9D84-9E72-CE7324DB7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423" userDrawn="1">
          <p15:clr>
            <a:srgbClr val="FBAE40"/>
          </p15:clr>
        </p15:guide>
        <p15:guide id="3" pos="234" userDrawn="1">
          <p15:clr>
            <a:srgbClr val="FBAE40"/>
          </p15:clr>
        </p15:guide>
        <p15:guide id="4" orient="horz" pos="383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1139" userDrawn="1">
          <p15:clr>
            <a:srgbClr val="FBAE40"/>
          </p15:clr>
        </p15:guide>
        <p15:guide id="7" orient="horz" pos="104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3/4/2025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572" userDrawn="1">
          <p15:clr>
            <a:srgbClr val="F26B43"/>
          </p15:clr>
        </p15:guide>
        <p15:guide id="5" orient="horz" pos="8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My 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371475" y="1808163"/>
            <a:ext cx="11412538" cy="4284662"/>
            <a:chOff x="371475" y="1808163"/>
            <a:chExt cx="11412538" cy="4284662"/>
          </a:xfrm>
        </p:grpSpPr>
        <p:sp>
          <p:nvSpPr>
            <p:cNvPr id="4" name="rc3"/>
            <p:cNvSpPr/>
            <p:nvPr/>
          </p:nvSpPr>
          <p:spPr>
            <a:xfrm>
              <a:off x="371475" y="1808162"/>
              <a:ext cx="11412538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793972" y="1877752"/>
              <a:ext cx="10920451" cy="3812052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93972" y="5206846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93972" y="4469505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93972" y="3732164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93972" y="2994823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93972" y="2257482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2573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7957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63341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88725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1410958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793972" y="5575516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793972" y="4838175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793972" y="4100834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793972" y="3363494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793972" y="2626153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793972" y="1888812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5265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50649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76033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10141758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67290" y="39202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714582" y="39202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305770" y="365484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5577638" y="38613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6148778" y="425946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6199546" y="434794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6478770" y="490832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5514178" y="341889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5412642" y="365484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6148778" y="41857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6148778" y="439218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7747970" y="459864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6884914" y="446592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7011834" y="477560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0743283" y="54834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1184964" y="54834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0984431" y="484934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3001162" y="22391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16198" y="25340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074646" y="201795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673838" y="38465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6351850" y="473136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6136086" y="477560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7164138" y="505579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7176830" y="41857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328486" y="299124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848858" y="318295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257281" y="25340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5463410" y="468712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4448050" y="41120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6478770" y="48051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4473434" y="38613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606983" y="553546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606983" y="479812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606983" y="406078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606983" y="332344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606983" y="258610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606983" y="18487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759177" y="557551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759177" y="483817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759177" y="410083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759177" y="336349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759177" y="262615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759177" y="188881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526557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5064957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7603357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10141758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495467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5033867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7572268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10110668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6184383" y="5892110"/>
              <a:ext cx="13962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355247" y="3733669"/>
              <a:ext cx="27185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9055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Insert title</dc:title>
  <dc:creator>Kat Clay</dc:creator>
  <cp:lastModifiedBy>mbbowes</cp:lastModifiedBy>
  <cp:revision>271</cp:revision>
  <dcterms:created xsi:type="dcterms:W3CDTF">2022-05-20T01:54:03Z</dcterms:created>
  <dcterms:modified xsi:type="dcterms:W3CDTF">2026-01-12T16:36:59Z</dcterms:modified>
</cp:coreProperties>
</file>