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/Users/mbbowes/Documents/GitHub/grattantheme/tests/testthat/temp.pptx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My subtitle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792326" y="1877752"/>
              <a:ext cx="10922097" cy="3815070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792326" y="5209481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92326" y="4471556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792326" y="3733632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792326" y="2995707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92326" y="2257783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255780" y="1877752"/>
              <a:ext cx="0" cy="3815070"/>
            </a:xfrm>
            <a:custGeom>
              <a:avLst/>
              <a:pathLst>
                <a:path w="0" h="3815070">
                  <a:moveTo>
                    <a:pt x="0" y="38150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794563" y="1877752"/>
              <a:ext cx="0" cy="3815070"/>
            </a:xfrm>
            <a:custGeom>
              <a:avLst/>
              <a:pathLst>
                <a:path w="0" h="3815070">
                  <a:moveTo>
                    <a:pt x="0" y="38150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333346" y="1877752"/>
              <a:ext cx="0" cy="3815070"/>
            </a:xfrm>
            <a:custGeom>
              <a:avLst/>
              <a:pathLst>
                <a:path w="0" h="3815070">
                  <a:moveTo>
                    <a:pt x="0" y="38150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8872129" y="1877752"/>
              <a:ext cx="0" cy="3815070"/>
            </a:xfrm>
            <a:custGeom>
              <a:avLst/>
              <a:pathLst>
                <a:path w="0" h="3815070">
                  <a:moveTo>
                    <a:pt x="0" y="38150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1410912" y="1877752"/>
              <a:ext cx="0" cy="3815070"/>
            </a:xfrm>
            <a:custGeom>
              <a:avLst/>
              <a:pathLst>
                <a:path w="0" h="3815070">
                  <a:moveTo>
                    <a:pt x="0" y="38150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792326" y="5578443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792326" y="4840519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792326" y="4102594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792326" y="3364670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792326" y="2626745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792326" y="1888820"/>
              <a:ext cx="10922097" cy="0"/>
            </a:xfrm>
            <a:custGeom>
              <a:avLst/>
              <a:pathLst>
                <a:path w="10922097" h="0">
                  <a:moveTo>
                    <a:pt x="0" y="0"/>
                  </a:moveTo>
                  <a:lnTo>
                    <a:pt x="10922097" y="0"/>
                  </a:lnTo>
                  <a:lnTo>
                    <a:pt x="10922097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525172" y="1877752"/>
              <a:ext cx="0" cy="3815070"/>
            </a:xfrm>
            <a:custGeom>
              <a:avLst/>
              <a:pathLst>
                <a:path w="0" h="3815070">
                  <a:moveTo>
                    <a:pt x="0" y="38150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5063955" y="1877752"/>
              <a:ext cx="0" cy="3815070"/>
            </a:xfrm>
            <a:custGeom>
              <a:avLst/>
              <a:pathLst>
                <a:path w="0" h="3815070">
                  <a:moveTo>
                    <a:pt x="0" y="38150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7602738" y="1877752"/>
              <a:ext cx="0" cy="3815070"/>
            </a:xfrm>
            <a:custGeom>
              <a:avLst/>
              <a:pathLst>
                <a:path w="0" h="3815070">
                  <a:moveTo>
                    <a:pt x="0" y="38150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0141521" y="1877752"/>
              <a:ext cx="0" cy="3815070"/>
            </a:xfrm>
            <a:custGeom>
              <a:avLst/>
              <a:pathLst>
                <a:path w="0" h="3815070">
                  <a:moveTo>
                    <a:pt x="0" y="381507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4066142" y="392193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4713532" y="392193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304507" y="365628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5576718" y="386290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6147944" y="426138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6198720" y="434993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6477986" y="491075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513249" y="342014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411697" y="365628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6147944" y="418758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6147944" y="439420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7747377" y="460082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6884191" y="446799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7011130" y="477792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0743141" y="548633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1184889" y="548633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0984326" y="485171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2999853" y="223946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514665" y="253463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2073198" y="201808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3672631" y="384814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6351047" y="473365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6135250" y="477792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7163457" y="505833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7176151" y="418758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327076" y="2992149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847526" y="318401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1255710" y="253463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5462473" y="468937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4446960" y="411379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6477986" y="480744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4472348" y="386290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7"/>
            <p:cNvSpPr/>
            <p:nvPr/>
          </p:nvSpPr>
          <p:spPr>
            <a:xfrm>
              <a:off x="605337" y="5538438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05337" y="480051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605337" y="406258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605337" y="332466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605337" y="2586740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05337" y="1848815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64" name="pl63"/>
            <p:cNvSpPr/>
            <p:nvPr/>
          </p:nvSpPr>
          <p:spPr>
            <a:xfrm>
              <a:off x="757531" y="55784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757531" y="48405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757531" y="41025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757531" y="33646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757531" y="26267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57531" y="18888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2525172" y="569282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5063955" y="569282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602738" y="569282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0141521" y="569282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3"/>
            <p:cNvSpPr/>
            <p:nvPr/>
          </p:nvSpPr>
          <p:spPr>
            <a:xfrm>
              <a:off x="2494082" y="5755452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5032865" y="5755452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7571648" y="5755452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0110431" y="5755452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183514" y="5893756"/>
              <a:ext cx="13972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wt</a:t>
              </a:r>
            </a:p>
          </p:txBody>
        </p:sp>
        <p:sp>
          <p:nvSpPr>
            <p:cNvPr id="79" name="tx78"/>
            <p:cNvSpPr/>
            <p:nvPr/>
          </p:nvSpPr>
          <p:spPr>
            <a:xfrm rot="-5400000">
              <a:off x="355156" y="3735269"/>
              <a:ext cx="27185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mpg</a:t>
              </a:r>
            </a:p>
          </p:txBody>
        </p:sp>
      </p:grpSp>
      <p:sp>
        <p:nvSpPr>
          <p:cNvPr id="80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My title</a:t>
            </a:r>
          </a:p>
        </p:txBody>
      </p:sp>
      <p:sp>
        <p:nvSpPr>
          <p:cNvPr id="81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Notes: notes.
Source: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mbbowes</cp:lastModifiedBy>
  <cp:revision>271</cp:revision>
  <dcterms:created xsi:type="dcterms:W3CDTF">2022-05-20T01:54:03Z</dcterms:created>
  <dcterms:modified xsi:type="dcterms:W3CDTF">2026-07-17T10:07:35Z</dcterms:modified>
</cp:coreProperties>
</file>