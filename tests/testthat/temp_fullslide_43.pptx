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7762" y="1441338"/>
              <a:ext cx="7493238" cy="453409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7762" y="5400998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7762" y="4523996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7762" y="3646995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7762" y="2769994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7762" y="1892993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85721" y="1441338"/>
              <a:ext cx="0" cy="4534095"/>
            </a:xfrm>
            <a:custGeom>
              <a:avLst/>
              <a:pathLst>
                <a:path w="0" h="4534095">
                  <a:moveTo>
                    <a:pt x="0" y="45340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7484" y="1441338"/>
              <a:ext cx="0" cy="4534095"/>
            </a:xfrm>
            <a:custGeom>
              <a:avLst/>
              <a:pathLst>
                <a:path w="0" h="4534095">
                  <a:moveTo>
                    <a:pt x="0" y="45340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9247" y="1441338"/>
              <a:ext cx="0" cy="4534095"/>
            </a:xfrm>
            <a:custGeom>
              <a:avLst/>
              <a:pathLst>
                <a:path w="0" h="4534095">
                  <a:moveTo>
                    <a:pt x="0" y="45340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11010" y="1441338"/>
              <a:ext cx="0" cy="4534095"/>
            </a:xfrm>
            <a:custGeom>
              <a:avLst/>
              <a:pathLst>
                <a:path w="0" h="4534095">
                  <a:moveTo>
                    <a:pt x="0" y="45340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773" y="1441338"/>
              <a:ext cx="0" cy="4534095"/>
            </a:xfrm>
            <a:custGeom>
              <a:avLst/>
              <a:pathLst>
                <a:path w="0" h="4534095">
                  <a:moveTo>
                    <a:pt x="0" y="45340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7762" y="5839498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7762" y="4962497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7762" y="4085496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7762" y="3208495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7762" y="2331494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7762" y="1454493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6602" y="1441338"/>
              <a:ext cx="0" cy="4534095"/>
            </a:xfrm>
            <a:custGeom>
              <a:avLst/>
              <a:pathLst>
                <a:path w="0" h="4534095">
                  <a:moveTo>
                    <a:pt x="0" y="45340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8365" y="1441338"/>
              <a:ext cx="0" cy="4534095"/>
            </a:xfrm>
            <a:custGeom>
              <a:avLst/>
              <a:pathLst>
                <a:path w="0" h="4534095">
                  <a:moveTo>
                    <a:pt x="0" y="45340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40128" y="1441338"/>
              <a:ext cx="0" cy="4534095"/>
            </a:xfrm>
            <a:custGeom>
              <a:avLst/>
              <a:pathLst>
                <a:path w="0" h="4534095">
                  <a:moveTo>
                    <a:pt x="0" y="45340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1891" y="1441338"/>
              <a:ext cx="0" cy="4534095"/>
            </a:xfrm>
            <a:custGeom>
              <a:avLst/>
              <a:pathLst>
                <a:path w="0" h="4534095">
                  <a:moveTo>
                    <a:pt x="0" y="45340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303420" y="387702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7570" y="387702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80891" y="35613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9769" y="38068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31666" y="42804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6501" y="438568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8095" y="50522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6225" y="328066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6555" y="35613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31666" y="41927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31666" y="44383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8977" y="468386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6777" y="45260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3865" y="48943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4257" y="573626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324" y="573626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724" y="49820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71880" y="18774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52948" y="222825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6136" y="16143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33447" y="378932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71007" y="48417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22957" y="48943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8371" y="52276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7080" y="41927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10312" y="27719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7374" y="30000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75288" y="222825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61390" y="47891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4685" y="41050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8095" y="49294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82102" y="38068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5470" y="579995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5470" y="492294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5470" y="4045948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5470" y="316894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5470" y="2291946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5470" y="1414945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32967" y="583949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32967" y="496249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32967" y="408549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32967" y="320849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32967" y="23314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32967" y="145449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6602" y="59754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8365" y="59754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40128" y="59754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1891" y="59754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24187" y="60380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5950" y="60380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7713" y="60380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9476" y="60380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40132" y="6178837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07457" y="3658916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2026-01-12T16:00:40Z</dcterms:modified>
</cp:coreProperties>
</file>