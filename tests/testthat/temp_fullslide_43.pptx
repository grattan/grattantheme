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 varScale="1">
        <p:scale>
          <a:sx n="129" d="100"/>
          <a:sy n="129" d="100"/>
        </p:scale>
        <p:origin x="6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Relationship Id="rId7" Type="http://schemas.openxmlformats.org/officeDocument/2006/relationships/notesMaster" Target="notesMasters/notesMaster1.xml"/>
</Relationships>

</file>

<file path=ppt/notesMasters/_rels/notesMaster1.xml.rels><?xml version="1.0" encoding="UTF-8" standalone="yes"?>

<Relationships  xmlns="http://schemas.openxmlformats.org/package/2006/relationships">
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/Users/mbbowes/Documents/GitHub/grattantheme/tests/testthat/temp_fullslide_43.pptx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44D005F0-3FDA-D04B-84DD-1363FABAE9B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45221" y="3391818"/>
            <a:ext cx="6780334" cy="430887"/>
          </a:xfrm>
        </p:spPr>
        <p:txBody>
          <a:bodyPr/>
          <a:lstStyle>
            <a:lvl1pPr algn="r">
              <a:defRPr sz="2800"/>
            </a:lvl1pPr>
          </a:lstStyle>
          <a:p>
            <a:r>
              <a:rPr lang="en-US" dirty="0"/>
              <a:t>Click to edit </a:t>
            </a:r>
            <a:r>
              <a:rPr lang="en-US"/>
              <a:t>Master title style</a:t>
            </a:r>
            <a:endParaRPr lang="en-AU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F96A3B4-E487-2E43-AB4D-AF0B842617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45221" y="4146129"/>
            <a:ext cx="6780334" cy="338554"/>
          </a:xfrm>
        </p:spPr>
        <p:txBody>
          <a:bodyPr/>
          <a:lstStyle>
            <a:lvl1pPr algn="r">
              <a:defRPr sz="2200"/>
            </a:lvl1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2E06D4E-6FDB-CF4F-A1E4-67EA24E8CF4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292"/>
            </a:lvl1pPr>
          </a:lstStyle>
          <a:p>
            <a:endParaRPr lang="en-US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50F3A1FE-D85A-214B-BC70-C1B9CAF6925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1292"/>
            </a:lvl1pPr>
          </a:lstStyle>
          <a:p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BAC7EBFE-F4CA-034D-9C58-E44E2CE12F8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wrap="none" lIns="0" tIns="0" rIns="0" bIns="0"/>
          <a:lstStyle>
            <a:lvl1pPr eaLnBrk="0" hangingPunct="0">
              <a:defRPr sz="1292" i="0"/>
            </a:lvl1pPr>
          </a:lstStyle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8" descr="GrattanLogo">
            <a:extLst>
              <a:ext uri="{FF2B5EF4-FFF2-40B4-BE49-F238E27FC236}">
                <a16:creationId xmlns:a16="http://schemas.microsoft.com/office/drawing/2014/main" id="{360FAE97-D26D-764E-8987-030894C6ECB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02721" y="981075"/>
            <a:ext cx="3922834" cy="10810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6096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19716"/>
            <a:ext cx="6497707" cy="479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776813A-6BA6-2B48-8868-0EF29F4BF7D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8650" y="890676"/>
            <a:ext cx="7991368" cy="5376559"/>
          </a:xfrm>
        </p:spPr>
        <p:txBody>
          <a:bodyPr/>
          <a:lstStyle>
            <a:lvl1pPr>
              <a:spcAft>
                <a:spcPts val="1800"/>
              </a:spcAft>
              <a:defRPr/>
            </a:lvl1pPr>
            <a:lvl2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4292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ctr">
            <a:normAutofit/>
          </a:bodyPr>
          <a:lstStyle>
            <a:lvl1pPr algn="ctr">
              <a:defRPr sz="2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84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1652" y="198782"/>
            <a:ext cx="6487202" cy="620562"/>
          </a:xfr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41331" y="862664"/>
            <a:ext cx="7992000" cy="643145"/>
          </a:xfrm>
        </p:spPr>
        <p:txBody>
          <a:bodyPr lIns="0" tIns="0" rIns="0" bIns="0"/>
          <a:lstStyle>
            <a:lvl1pPr>
              <a:lnSpc>
                <a:spcPct val="90000"/>
              </a:lnSpc>
              <a:spcAft>
                <a:spcPts val="0"/>
              </a:spcAft>
              <a:defRPr/>
            </a:lvl1pPr>
            <a:lvl2pPr>
              <a:lnSpc>
                <a:spcPct val="90000"/>
              </a:lnSpc>
              <a:spcAft>
                <a:spcPts val="0"/>
              </a:spcAft>
              <a:defRPr/>
            </a:lvl2pPr>
            <a:lvl3pPr>
              <a:lnSpc>
                <a:spcPct val="90000"/>
              </a:lnSpc>
              <a:spcAft>
                <a:spcPts val="0"/>
              </a:spcAft>
              <a:defRPr/>
            </a:lvl3pPr>
            <a:lvl4pPr>
              <a:lnSpc>
                <a:spcPct val="90000"/>
              </a:lnSpc>
              <a:spcAft>
                <a:spcPts val="0"/>
              </a:spcAft>
              <a:defRPr/>
            </a:lvl4pPr>
            <a:lvl5pPr>
              <a:lnSpc>
                <a:spcPct val="90000"/>
              </a:lnSpc>
              <a:spcAft>
                <a:spcPts val="0"/>
              </a:spcAft>
              <a:defRPr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590" y="1371749"/>
            <a:ext cx="7992000" cy="5009174"/>
          </a:xfrm>
        </p:spPr>
        <p:txBody>
          <a:bodyPr/>
          <a:lstStyle>
            <a:lvl1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Aft>
                <a:spcPts val="18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6E0C4110-01B7-BB28-A5D4-537EA5D12A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9115" y="6525074"/>
            <a:ext cx="7991475" cy="268287"/>
          </a:xfrm>
        </p:spPr>
        <p:txBody>
          <a:bodyPr>
            <a:normAutofit/>
          </a:bodyPr>
          <a:lstStyle>
            <a:lvl1pPr>
              <a:defRPr sz="10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032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861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7248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4207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19716"/>
            <a:ext cx="7886700" cy="4797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14087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Heading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165593" marR="0" lvl="1" indent="-164127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Tx/>
              <a:buChar char="•"/>
              <a:tabLst/>
              <a:defRPr/>
            </a:pPr>
            <a:r>
              <a:rPr kumimoji="0" 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First bullet</a:t>
            </a:r>
          </a:p>
          <a:p>
            <a:pPr marL="372217" marR="0" lvl="2" indent="-205159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Second level</a:t>
            </a:r>
          </a:p>
          <a:p>
            <a:pPr marL="517294" marR="0" lvl="3" indent="-131888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-"/>
              <a:tabLst/>
              <a:defRPr/>
            </a:pP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Third level</a:t>
            </a:r>
          </a:p>
          <a:p>
            <a:pPr marL="728315" marR="0" lvl="4" indent="-193436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&gt;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</a:rPr>
              <a:t>Fourth level</a:t>
            </a:r>
          </a:p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8" descr="GrattanLogo">
            <a:extLst>
              <a:ext uri="{FF2B5EF4-FFF2-40B4-BE49-F238E27FC236}">
                <a16:creationId xmlns:a16="http://schemas.microsoft.com/office/drawing/2014/main" id="{67074FA1-84FC-A749-908E-C0C5F1D3C5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186547" y="333380"/>
            <a:ext cx="1439008" cy="396875"/>
          </a:xfrm>
          <a:prstGeom prst="rect">
            <a:avLst/>
          </a:prstGeom>
          <a:noFill/>
        </p:spPr>
      </p:pic>
      <p:sp>
        <p:nvSpPr>
          <p:cNvPr id="8" name="Line 7">
            <a:extLst>
              <a:ext uri="{FF2B5EF4-FFF2-40B4-BE49-F238E27FC236}">
                <a16:creationId xmlns:a16="http://schemas.microsoft.com/office/drawing/2014/main" id="{5994C232-B4F2-F34D-9731-E1E62AAE633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48001" y="844876"/>
            <a:ext cx="7977554" cy="0"/>
          </a:xfrm>
          <a:prstGeom prst="line">
            <a:avLst/>
          </a:prstGeom>
          <a:noFill/>
          <a:ln w="19050">
            <a:solidFill>
              <a:srgbClr val="F3901D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AU" sz="2215"/>
          </a:p>
        </p:txBody>
      </p:sp>
    </p:spTree>
    <p:extLst>
      <p:ext uri="{BB962C8B-B14F-4D97-AF65-F5344CB8AC3E}">
        <p14:creationId xmlns:p14="http://schemas.microsoft.com/office/powerpoint/2010/main" val="3976130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marR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65593" marR="0" indent="-164127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Pct val="130000"/>
        <a:buFontTx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72217" marR="0" indent="-205159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 typeface="Arial" charset="0"/>
        <a:buChar char="–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17294" marR="0" indent="-131888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 typeface="Arial" charset="0"/>
        <a:buChar char="-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8315" marR="0" indent="-193436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 typeface="Arial" charset="0"/>
        <a:buChar char="&gt;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41331" y="862664"/>
            <a:ext cx="7992000" cy="643145"/>
          </a:xfrm>
        </p:spPr>
        <p:txBody>
          <a:bodyPr/>
          <a:lstStyle/>
          <a:p>
            <a:r>
              <a:rPr/>
              <a:t>My subtitle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638590" y="1371749"/>
            <a:ext cx="7992000" cy="5009174"/>
            <a:chOff x="638590" y="1371749"/>
            <a:chExt cx="7992000" cy="5009174"/>
          </a:xfrm>
        </p:grpSpPr>
        <p:sp>
          <p:nvSpPr>
            <p:cNvPr id="4" name="rc3"/>
            <p:cNvSpPr/>
            <p:nvPr/>
          </p:nvSpPr>
          <p:spPr>
            <a:xfrm>
              <a:off x="638590" y="1371749"/>
              <a:ext cx="7992000" cy="50091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063647" y="1441338"/>
              <a:ext cx="7497353" cy="4541593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63647" y="5407546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63647" y="4529094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063647" y="3650643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063647" y="2772191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063647" y="1893740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381780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124500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4867219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6609939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8352658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063647" y="5846771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063647" y="4968320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063647" y="4089869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063647" y="3211417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63647" y="2332966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063647" y="1454514"/>
              <a:ext cx="7497353" cy="0"/>
            </a:xfrm>
            <a:custGeom>
              <a:avLst/>
              <a:pathLst>
                <a:path w="7497353" h="0">
                  <a:moveTo>
                    <a:pt x="0" y="0"/>
                  </a:moveTo>
                  <a:lnTo>
                    <a:pt x="7497353" y="0"/>
                  </a:lnTo>
                  <a:lnTo>
                    <a:pt x="749735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253140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3995860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5738579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7481299" y="1441338"/>
              <a:ext cx="0" cy="4541593"/>
            </a:xfrm>
            <a:custGeom>
              <a:avLst/>
              <a:pathLst>
                <a:path w="0" h="4541593">
                  <a:moveTo>
                    <a:pt x="0" y="45415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300551" y="388110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744945" y="388110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2777735" y="356486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4337469" y="381082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729581" y="428519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64436" y="439060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4956135" y="505822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293901" y="328375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4224193" y="356486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4729581" y="419734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4729581" y="444331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5827494" y="468927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5234970" y="453115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5322106" y="490010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7883903" y="574342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8187137" y="574342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8049462" y="498795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2568609" y="187823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1549118" y="222961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1932516" y="161469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3030430" y="379325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4868999" y="484740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4720868" y="490010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5426669" y="523391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5435383" y="419734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2106788" y="277425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2464046" y="300265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1371361" y="222961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4259047" y="479469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3561959" y="410950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4956135" y="493524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3579386" y="381082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7"/>
            <p:cNvSpPr/>
            <p:nvPr/>
          </p:nvSpPr>
          <p:spPr>
            <a:xfrm>
              <a:off x="871355" y="5807224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10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871355" y="4928772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15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871355" y="4050321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20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871355" y="3171869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25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871355" y="2293418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30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871355" y="1414967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35</a:t>
              </a:r>
            </a:p>
          </p:txBody>
        </p:sp>
        <p:sp>
          <p:nvSpPr>
            <p:cNvPr id="64" name="pl63"/>
            <p:cNvSpPr/>
            <p:nvPr/>
          </p:nvSpPr>
          <p:spPr>
            <a:xfrm>
              <a:off x="1028852" y="58467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1028852" y="49683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1028852" y="40898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1028852" y="32114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1028852" y="23329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1028852" y="14545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2253140" y="59829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3995860" y="59829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5738579" y="59829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7481299" y="598293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3"/>
            <p:cNvSpPr/>
            <p:nvPr/>
          </p:nvSpPr>
          <p:spPr>
            <a:xfrm>
              <a:off x="2220725" y="6045561"/>
              <a:ext cx="64830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2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3963444" y="6045561"/>
              <a:ext cx="64830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3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5706164" y="6045561"/>
              <a:ext cx="64830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4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7448883" y="6045561"/>
              <a:ext cx="64830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5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4738074" y="6182952"/>
              <a:ext cx="148498" cy="989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wt</a:t>
              </a:r>
            </a:p>
          </p:txBody>
        </p:sp>
        <p:sp>
          <p:nvSpPr>
            <p:cNvPr id="79" name="tx78"/>
            <p:cNvSpPr/>
            <p:nvPr/>
          </p:nvSpPr>
          <p:spPr>
            <a:xfrm rot="-5400000">
              <a:off x="607457" y="3662665"/>
              <a:ext cx="300380" cy="989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mpg</a:t>
              </a:r>
            </a:p>
          </p:txBody>
        </p:sp>
      </p:grpSp>
      <p:sp>
        <p:nvSpPr>
          <p:cNvPr id="80" name="Title 1"/>
          <p:cNvSpPr>
            <a:spLocks noGrp="1"/>
          </p:cNvSpPr>
          <p:nvPr>
            <p:ph type="title" hasCustomPrompt="1"/>
          </p:nvPr>
        </p:nvSpPr>
        <p:spPr>
          <a:xfrm>
            <a:off x="641652" y="198782"/>
            <a:ext cx="6487202" cy="620562"/>
          </a:xfrm>
        </p:spPr>
        <p:txBody>
          <a:bodyPr/>
          <a:lstStyle/>
          <a:p>
            <a:r>
              <a:rPr/>
              <a:t>My title</a:t>
            </a:r>
          </a:p>
        </p:txBody>
      </p:sp>
      <p:sp>
        <p:nvSpPr>
          <p:cNvPr id="81" name="Caption Placeholder 1"/>
          <p:cNvSpPr>
            <a:spLocks noGrp="1"/>
          </p:cNvSpPr>
          <p:nvPr>
            <p:ph type="body" sz="quarter" idx="10"/>
          </p:nvPr>
        </p:nvSpPr>
        <p:spPr>
          <a:xfrm>
            <a:off x="639115" y="6525074"/>
            <a:ext cx="7991475" cy="268287"/>
          </a:xfrm>
        </p:spPr>
        <p:txBody>
          <a:bodyPr/>
          <a:lstStyle/>
          <a:p>
            <a:r>
              <a:rPr/>
              <a:t>Notes:
notes.
Source:
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>mbbowes</cp:lastModifiedBy>
  <cp:revision>32</cp:revision>
  <dcterms:created xsi:type="dcterms:W3CDTF">2019-02-12T04:35:04Z</dcterms:created>
  <dcterms:modified xsi:type="dcterms:W3CDTF">2026-07-17T10:07:35Z</dcterms:modified>
</cp:coreProperties>
</file>