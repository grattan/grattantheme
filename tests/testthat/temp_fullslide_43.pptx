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5110" y="1441338"/>
              <a:ext cx="7495890" cy="4538850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5110" y="540515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5110" y="452722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5110" y="364930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5110" y="277138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5110" y="189346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318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556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794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1032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69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5110" y="584411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5110" y="496619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5110" y="408826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5110" y="321034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5110" y="233242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5110" y="1454506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437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675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913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50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1571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5878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8857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8287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30322" y="42834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5170" y="43888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6832" y="50560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4728" y="32826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5032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30322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30322" y="44414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8021" y="46872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5612" y="45292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2731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4029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203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555" y="49857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9772" y="1877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50480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3803" y="16145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1502" y="37918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9713" y="48453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1610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7274" y="52316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5986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8041" y="27734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5229" y="30016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2757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9880" y="47926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2928" y="41078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6832" y="49331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80352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2818" y="580456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2818" y="492664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2818" y="4048721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2818" y="317080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2818" y="229287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2818" y="141495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30315" y="58441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30315" y="49661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30315" y="40882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30315" y="32103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30315" y="23324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30315" y="14545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4371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675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913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509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1956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4335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71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09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38806" y="6181489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61294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2026-03-04T14:36:00Z</dcterms:modified>
</cp:coreProperties>
</file>