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3647" y="1441338"/>
              <a:ext cx="7497353" cy="4541593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3647" y="5407546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3647" y="4529094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3647" y="3650643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3647" y="2772191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3647" y="1893740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178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450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21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0993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58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3647" y="5846771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3647" y="4968320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3647" y="4089869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3647" y="3211417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3647" y="2332966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3647" y="1454514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314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586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857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29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0551" y="38811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4945" y="38811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7735" y="3564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7469" y="38108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29581" y="42851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4436" y="43906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135" y="50582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3901" y="32837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4193" y="3564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29581" y="4197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29581" y="44433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7494" y="46892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4970" y="45311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106" y="49001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3903" y="57434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137" y="57434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462" y="498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8609" y="18782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49118" y="22296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2516" y="16146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0430" y="37932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8999" y="48474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0868" y="49001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6669" y="52339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383" y="4197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6788" y="27742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4046" y="30026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1361" y="22296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047" y="47946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1959" y="41095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135" y="49352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79386" y="38108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1355" y="580722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1355" y="492877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1355" y="40503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1355" y="317186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1355" y="2293418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1355" y="141496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28852" y="58467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28852" y="49683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28852" y="40898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28852" y="32114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28852" y="233296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28852" y="14545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3140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5860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8579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299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0725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3444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164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8883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074" y="6182952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2665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
notes.
Source:
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2026-04-17T15:55:15Z</dcterms:modified>
</cp:coreProperties>
</file>