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7"/>
  </p:notesMasterIdLst>
  <p:sldIdLst>
    <p:sldId id="256" r:id="rId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90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67"/>
    <p:restoredTop sz="94694"/>
  </p:normalViewPr>
  <p:slideViewPr>
    <p:cSldViewPr snapToGrid="0" snapToObjects="1">
      <p:cViewPr varScale="1">
        <p:scale>
          <a:sx n="129" d="100"/>
          <a:sy n="129" d="100"/>
        </p:scale>
        <p:origin x="68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Relationship Id="rId7" Type="http://schemas.openxmlformats.org/officeDocument/2006/relationships/notesMaster" Target="notesMasters/notesMaster1.xml"/>
</Relationships>

</file>

<file path=ppt/notesMasters/_rels/notesMaster1.xml.rels><?xml version="1.0" encoding="UTF-8" standalone="yes"?>

<Relationships  xmlns="http://schemas.openxmlformats.org/package/2006/relationships">
<Relationship Id="rId1" Type="http://schemas.openxmlformats.org/officeDocument/2006/relationships/theme" Target="../theme/theme2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10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IN"/>
          </a:p>
        </p:txBody>
      </p:sp>
      <p:sp>
        <p:nvSpPr>
          <p:cNvPr id="11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marL="171450" lvl="0" indent="-1714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Edit Master text styles</a:t>
            </a:r>
          </a:p>
          <a:p>
            <a:pPr marL="450850" lvl="1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Second level</a:t>
            </a:r>
          </a:p>
          <a:p>
            <a:pPr marL="719138" lvl="2" indent="-17145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Third level</a:t>
            </a:r>
          </a:p>
          <a:p>
            <a:pPr marL="987425" lvl="3" indent="-171450" defTabSz="1169988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Fourth level</a:t>
            </a:r>
          </a:p>
          <a:p>
            <a:pPr marL="1255713" lvl="4" indent="-17145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Fifth level</a:t>
            </a:r>
            <a:endParaRPr lang="en-IN" dirty="0"/>
          </a:p>
        </p:txBody>
      </p:sp>
      <p:sp>
        <p:nvSpPr>
          <p:cNvPr id="12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/Users/mbbowes/Documents/GitHub/grattantheme/tests/testthat/temp_fullslide_43.pptx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>
            <a:extLst>
              <a:ext uri="{FF2B5EF4-FFF2-40B4-BE49-F238E27FC236}">
                <a16:creationId xmlns:a16="http://schemas.microsoft.com/office/drawing/2014/main" id="{44D005F0-3FDA-D04B-84DD-1363FABAE9B6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1845221" y="3391818"/>
            <a:ext cx="6780334" cy="430887"/>
          </a:xfrm>
        </p:spPr>
        <p:txBody>
          <a:bodyPr/>
          <a:lstStyle>
            <a:lvl1pPr algn="r">
              <a:defRPr sz="2800"/>
            </a:lvl1pPr>
          </a:lstStyle>
          <a:p>
            <a:r>
              <a:rPr lang="en-US" dirty="0"/>
              <a:t>Click to edit </a:t>
            </a:r>
            <a:r>
              <a:rPr lang="en-US"/>
              <a:t>Master title style</a:t>
            </a:r>
            <a:endParaRPr lang="en-AU" dirty="0"/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CF96A3B4-E487-2E43-AB4D-AF0B84261717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1845221" y="4146129"/>
            <a:ext cx="6780334" cy="338554"/>
          </a:xfrm>
        </p:spPr>
        <p:txBody>
          <a:bodyPr/>
          <a:lstStyle>
            <a:lvl1pPr algn="r">
              <a:defRPr sz="2200"/>
            </a:lvl1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82E06D4E-6FDB-CF4F-A1E4-67EA24E8CF41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>
              <a:defRPr sz="1292"/>
            </a:lvl1pPr>
          </a:lstStyle>
          <a:p>
            <a:endParaRPr lang="en-US" dirty="0"/>
          </a:p>
        </p:txBody>
      </p:sp>
      <p:sp>
        <p:nvSpPr>
          <p:cNvPr id="10" name="Rectangle 5">
            <a:extLst>
              <a:ext uri="{FF2B5EF4-FFF2-40B4-BE49-F238E27FC236}">
                <a16:creationId xmlns:a16="http://schemas.microsoft.com/office/drawing/2014/main" id="{50F3A1FE-D85A-214B-BC70-C1B9CAF69254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algn="ctr">
              <a:defRPr sz="1292"/>
            </a:lvl1pPr>
          </a:lstStyle>
          <a:p>
            <a:endParaRPr lang="en-US"/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BAC7EBFE-F4CA-034D-9C58-E44E2CE12F8A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</p:spPr>
        <p:txBody>
          <a:bodyPr wrap="none" lIns="0" tIns="0" rIns="0" bIns="0"/>
          <a:lstStyle>
            <a:lvl1pPr eaLnBrk="0" hangingPunct="0">
              <a:defRPr sz="1292" i="0"/>
            </a:lvl1pPr>
          </a:lstStyle>
          <a:p>
            <a:fld id="{3E7C0CC8-E12B-4B1E-958E-BC6C5916F62C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3" name="Picture 8" descr="GrattanLogo">
            <a:extLst>
              <a:ext uri="{FF2B5EF4-FFF2-40B4-BE49-F238E27FC236}">
                <a16:creationId xmlns:a16="http://schemas.microsoft.com/office/drawing/2014/main" id="{360FAE97-D26D-764E-8987-030894C6ECB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702721" y="981075"/>
            <a:ext cx="3922834" cy="10810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8260969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6497707" cy="4797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776813A-6BA6-2B48-8868-0EF29F4BF7DF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28650" y="890676"/>
            <a:ext cx="7991368" cy="5376559"/>
          </a:xfrm>
        </p:spPr>
        <p:txBody>
          <a:bodyPr/>
          <a:lstStyle>
            <a:lvl1pPr>
              <a:spcAft>
                <a:spcPts val="1800"/>
              </a:spcAft>
              <a:defRPr/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54292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ctr">
            <a:normAutofit/>
          </a:bodyPr>
          <a:lstStyle>
            <a:lvl1pPr algn="ctr">
              <a:defRPr sz="2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0845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 lIns="0" tIns="0" rIns="0" bIns="0"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 lIns="0" tIns="0" rIns="0" bIns="0"/>
          <a:lstStyle>
            <a:lvl1pPr>
              <a:lnSpc>
                <a:spcPct val="90000"/>
              </a:lnSpc>
              <a:spcAft>
                <a:spcPts val="0"/>
              </a:spcAft>
              <a:defRPr/>
            </a:lvl1pPr>
            <a:lvl2pPr>
              <a:lnSpc>
                <a:spcPct val="90000"/>
              </a:lnSpc>
              <a:spcAft>
                <a:spcPts val="0"/>
              </a:spcAft>
              <a:defRPr/>
            </a:lvl2pPr>
            <a:lvl3pPr>
              <a:lnSpc>
                <a:spcPct val="90000"/>
              </a:lnSpc>
              <a:spcAft>
                <a:spcPts val="0"/>
              </a:spcAft>
              <a:defRPr/>
            </a:lvl3pPr>
            <a:lvl4pPr>
              <a:lnSpc>
                <a:spcPct val="90000"/>
              </a:lnSpc>
              <a:spcAft>
                <a:spcPts val="0"/>
              </a:spcAft>
              <a:defRPr/>
            </a:lvl4pPr>
            <a:lvl5pPr>
              <a:lnSpc>
                <a:spcPct val="90000"/>
              </a:lnSpc>
              <a:spcAft>
                <a:spcPts val="0"/>
              </a:spcAft>
              <a:defRPr/>
            </a:lvl5pPr>
          </a:lstStyle>
          <a:p>
            <a:pPr lvl="0"/>
            <a:r>
              <a:rPr lang="en-US" dirty="0"/>
              <a:t>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8590" y="1371749"/>
            <a:ext cx="7992000" cy="5009174"/>
          </a:xfrm>
        </p:spPr>
        <p:txBody>
          <a:bodyPr/>
          <a:lstStyle>
            <a:lvl1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aption Placeholder 1">
            <a:extLst>
              <a:ext uri="{FF2B5EF4-FFF2-40B4-BE49-F238E27FC236}">
                <a16:creationId xmlns:a16="http://schemas.microsoft.com/office/drawing/2014/main" id="{6E0C4110-01B7-BB28-A5D4-537EA5D12AC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>
            <a:normAutofit/>
          </a:bodyPr>
          <a:lstStyle>
            <a:lvl1pPr>
              <a:defRPr sz="1000"/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0329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17464-26F0-F70E-03FB-7D458DC13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286176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E868C-2161-3F70-9E5A-5C38113B1C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572483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ED932-2FE5-9703-B8AE-C45091E0F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542078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7886700" cy="47975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914087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Heading 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/>
              <a:cs typeface="+mn-cs"/>
            </a:endParaRPr>
          </a:p>
          <a:p>
            <a:pPr marL="165593" marR="0" lvl="1" indent="-164127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30000"/>
              <a:buFontTx/>
              <a:buChar char="•"/>
              <a:tabLst/>
              <a:defRPr/>
            </a:pPr>
            <a:r>
              <a:rPr kumimoji="0" lang="en-US" sz="17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First bullet</a:t>
            </a:r>
          </a:p>
          <a:p>
            <a:pPr marL="372217" marR="0" lvl="2" indent="-205159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–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Second level</a:t>
            </a:r>
          </a:p>
          <a:p>
            <a:pPr marL="517294" marR="0" lvl="3" indent="-131888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-"/>
              <a:tabLst/>
              <a:defRPr/>
            </a:pPr>
            <a:r>
              <a:rPr kumimoji="0" lang="en-US" sz="15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Third level</a:t>
            </a:r>
          </a:p>
          <a:p>
            <a:pPr marL="728315" marR="0" lvl="4" indent="-193436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&gt;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Fourth level</a:t>
            </a:r>
          </a:p>
          <a:p>
            <a:pPr lvl="0"/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8" descr="GrattanLogo">
            <a:extLst>
              <a:ext uri="{FF2B5EF4-FFF2-40B4-BE49-F238E27FC236}">
                <a16:creationId xmlns:a16="http://schemas.microsoft.com/office/drawing/2014/main" id="{67074FA1-84FC-A749-908E-C0C5F1D3C58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7186547" y="333380"/>
            <a:ext cx="1439008" cy="396875"/>
          </a:xfrm>
          <a:prstGeom prst="rect">
            <a:avLst/>
          </a:prstGeom>
          <a:noFill/>
        </p:spPr>
      </p:pic>
      <p:sp>
        <p:nvSpPr>
          <p:cNvPr id="8" name="Line 7">
            <a:extLst>
              <a:ext uri="{FF2B5EF4-FFF2-40B4-BE49-F238E27FC236}">
                <a16:creationId xmlns:a16="http://schemas.microsoft.com/office/drawing/2014/main" id="{5994C232-B4F2-F34D-9731-E1E62AAE633D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648001" y="844876"/>
            <a:ext cx="7977554" cy="0"/>
          </a:xfrm>
          <a:prstGeom prst="line">
            <a:avLst/>
          </a:prstGeom>
          <a:noFill/>
          <a:ln w="19050">
            <a:solidFill>
              <a:srgbClr val="F3901D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AU" sz="2215"/>
          </a:p>
        </p:txBody>
      </p:sp>
    </p:spTree>
    <p:extLst>
      <p:ext uri="{BB962C8B-B14F-4D97-AF65-F5344CB8AC3E}">
        <p14:creationId xmlns:p14="http://schemas.microsoft.com/office/powerpoint/2010/main" val="3976130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marR="0" indent="0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Tx/>
        <a:buNone/>
        <a:tabLst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165593" marR="0" indent="-164127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Pct val="130000"/>
        <a:buFontTx/>
        <a:buChar char="•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372217" marR="0" indent="-205159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–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517294" marR="0" indent="-131888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-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728315" marR="0" indent="-193436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&gt;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Relationship Id="rId2" Type="http://schemas.openxmlformats.org/officeDocument/2006/relationships/notesSlide" Target="../notesSlides/notesSlide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638590" y="1371749"/>
            <a:ext cx="7992000" cy="5009174"/>
            <a:chOff x="638590" y="1371749"/>
            <a:chExt cx="7992000" cy="5009174"/>
          </a:xfrm>
        </p:grpSpPr>
        <p:sp>
          <p:nvSpPr>
            <p:cNvPr id="4" name="rc3"/>
            <p:cNvSpPr/>
            <p:nvPr/>
          </p:nvSpPr>
          <p:spPr>
            <a:xfrm>
              <a:off x="638590" y="1371749"/>
              <a:ext cx="7992000" cy="50091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061087" y="1441338"/>
              <a:ext cx="7499913" cy="4536564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061087" y="5403154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061087" y="4525675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061087" y="3648196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061087" y="2770718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1061087" y="1893239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379329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122643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4865958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6609273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8352587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061087" y="5841893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1061087" y="4964414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1061087" y="4086936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1061087" y="3209457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061087" y="2331978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061087" y="1454500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250986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3994301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5737615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7480930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3298766" y="387836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743311" y="387836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775772" y="356247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4336038" y="380816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4728284" y="42820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4763150" y="438730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4954915" y="505418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4292455" y="328167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4222723" y="356247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4728284" y="41942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4728284" y="443995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5826572" y="468564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5233845" y="452769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5321011" y="489624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7883684" y="57386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8187020" y="57386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8049298" y="498398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566574" y="187771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46735" y="22287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930264" y="161447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028552" y="37906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4867749" y="48435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4719567" y="489624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5425610" y="522968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5434326" y="41942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104596" y="277274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461975" y="300088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368917" y="22287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4257589" y="479094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560263" y="410650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4954915" y="493133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3577696" y="380816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874098" y="580184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874098" y="492436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874098" y="404688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874098" y="316940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874098" y="229192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874098" y="141444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1026292" y="584189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1026292" y="496441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1026292" y="408693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1026292" y="320945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1026292" y="233197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1026292" y="145450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250986" y="597790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3994301" y="597790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5737615" y="597790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7480930" y="597790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219896" y="604053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3963211" y="604053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5706526" y="604053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7449840" y="604053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4741229" y="6180208"/>
              <a:ext cx="13962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622362" y="3659511"/>
              <a:ext cx="27185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Matt Cowgill</dc:creator>
  <cp:lastModifiedBy>mbbowes</cp:lastModifiedBy>
  <cp:revision>32</cp:revision>
  <dcterms:created xsi:type="dcterms:W3CDTF">2019-02-12T04:35:04Z</dcterms:created>
  <dcterms:modified xsi:type="dcterms:W3CDTF">2025-12-03T15:18:22Z</dcterms:modified>
</cp:coreProperties>
</file>