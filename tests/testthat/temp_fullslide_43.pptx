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20" y="1441338"/>
              <a:ext cx="7499980" cy="45365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20" y="5403169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20" y="4525687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20" y="3648205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20" y="2770723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20" y="1893241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264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59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2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5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20" y="5841910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20" y="4964428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20" y="4086946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20" y="3209464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20" y="2331982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20" y="1454500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3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26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59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2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19" y="38783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269" y="38783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20" y="35624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01" y="38081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50" y="42820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17" y="43873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883" y="50542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18" y="32816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684" y="35624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50" y="4194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50" y="4439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48" y="46856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16" y="45277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0982" y="48962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78" y="5738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17" y="5738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4" y="49840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21" y="18777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672" y="22287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05" y="1614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03" y="37906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17" y="4843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33" y="48962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582" y="52296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299" y="4194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38" y="27727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21" y="300089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853" y="22287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51" y="47909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19" y="41065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883" y="49313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52" y="38081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78" y="5801719"/>
              <a:ext cx="12431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78" y="4924728"/>
              <a:ext cx="124311" cy="7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78" y="4046482"/>
              <a:ext cx="124311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78" y="3169164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78" y="2291682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78" y="1414200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25" y="58419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25" y="496442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25" y="40869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25" y="32094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25" y="23319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25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3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26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59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2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52" y="6042296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182" y="6040331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12" y="6042350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2" y="6041914"/>
              <a:ext cx="62155" cy="787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160" y="6185822"/>
              <a:ext cx="139700" cy="946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19638" y="3656764"/>
              <a:ext cx="271760" cy="1057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2025-10-07T18:28:41Z</dcterms:modified>
</cp:coreProperties>
</file>