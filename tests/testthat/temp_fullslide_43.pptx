
<file path=[Content_Types].xml><?xml version="1.0" encoding="utf-8"?>
<Types xmlns="http://schemas.openxmlformats.org/package/2006/content-types">
  <Default Extension="jpeg" ContentType="image/jpeg"/>
  <Default Extension="rels" ContentType="application/vnd.openxmlformats-package.relationships+xml"/>
  <Default Extension="xml" ContentType="application/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pdf" ContentType="application/pd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  <Override PartName="/ppt/notesMasters/notesMaster1.xml" ContentType="application/vnd.openxmlformats-officedocument.presentationml.notesMaster+xml"/>
  <Override PartName="/ppt/theme/theme2.xml" ContentType="application/vnd.openxmlformats-officedocument.theme+xml"/>
  <Override PartName="/ppt/notesSlides/notesSlide1.xml" ContentType="application/vnd.openxmlformats-officedocument.presentationml.notes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2" Type="http://schemas.openxmlformats.org/package/2006/relationships/metadata/thumbnail" Target="docProps/thumbnail.jpeg"/>
<Relationship Id="rId1" Type="http://schemas.openxmlformats.org/officeDocument/2006/relationships/officeDocument" Target="ppt/presentation.xml"/>
<Relationship Id="rId4" Type="http://schemas.openxmlformats.org/officeDocument/2006/relationships/extended-properties" Target="docProps/app.xml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60" r:id="rId1"/>
  </p:sldMasterIdLst>
  <p:notesMasterIdLst>
    <p:notesMasterId r:id="rId7"/>
  </p:notesMasterIdLst>
  <p:sldIdLst>
    <p:sldId id="256" r:id="rId6"/>
  </p:sldIdLst>
  <p:sldSz cx="9144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F3901D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2767"/>
    <p:restoredTop sz="94694"/>
  </p:normalViewPr>
  <p:slideViewPr>
    <p:cSldViewPr snapToGrid="0" snapToObjects="1">
      <p:cViewPr varScale="1">
        <p:scale>
          <a:sx n="129" d="100"/>
          <a:sy n="129" d="100"/>
        </p:scale>
        <p:origin x="680" y="200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viewProps" Target="viewProps.xml"/>
<Relationship Id="rId2" Type="http://schemas.openxmlformats.org/officeDocument/2006/relationships/presProps" Target="presProps.xml"/>
<Relationship Id="rId1" Type="http://schemas.openxmlformats.org/officeDocument/2006/relationships/slideMaster" Target="slideMasters/slideMaster1.xml"/>
<Relationship Id="rId5" Type="http://schemas.openxmlformats.org/officeDocument/2006/relationships/tableStyles" Target="tableStyles.xml"/>
<Relationship Id="rId4" Type="http://schemas.openxmlformats.org/officeDocument/2006/relationships/theme" Target="theme/theme1.xml"/>
<Relationship Id="rId6" Type="http://schemas.openxmlformats.org/officeDocument/2006/relationships/slide" Target="slides/slide1.xml"/>
<Relationship Id="rId7" Type="http://schemas.openxmlformats.org/officeDocument/2006/relationships/notesMaster" Target="notesMasters/notesMaster1.xml"/>
</Relationships>

</file>

<file path=ppt/notesMasters/_rels/notesMaster1.xml.rels><?xml version="1.0" encoding="UTF-8" standalone="yes"?>

<Relationships  xmlns="http://schemas.openxmlformats.org/package/2006/relationships">
<Relationship Id="rId1" Type="http://schemas.openxmlformats.org/officeDocument/2006/relationships/theme" Target="../theme/theme2.xml"/>
</Relationships>
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IN"/>
          </a:p>
        </p:txBody>
      </p:sp>
      <p:sp>
        <p:nvSpPr>
          <p:cNvPr id="10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schemeClr val="bg2"/>
            </a:solidFill>
          </a:ln>
        </p:spPr>
        <p:txBody>
          <a:bodyPr vert="horz" lIns="91440" tIns="45720" rIns="91440" bIns="45720" rtlCol="0" anchor="ctr"/>
          <a:lstStyle/>
          <a:p>
            <a:pPr lvl="0"/>
            <a:endParaRPr lang="en-IN"/>
          </a:p>
        </p:txBody>
      </p:sp>
      <p:sp>
        <p:nvSpPr>
          <p:cNvPr id="11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marL="171450" lvl="0" indent="-171450">
              <a:lnSpc>
                <a:spcPct val="100000"/>
              </a:lnSpc>
              <a:buClr>
                <a:schemeClr val="tx1"/>
              </a:buClr>
              <a:buFont typeface="Arial" panose="020B0604020202020204" pitchFamily="34" charset="0"/>
              <a:buChar char="•"/>
            </a:pPr>
            <a:r>
              <a:rPr lang="en-US" dirty="0"/>
              <a:t>Edit Master text styles</a:t>
            </a:r>
          </a:p>
          <a:p>
            <a:pPr marL="450850" lvl="1" indent="-171450">
              <a:lnSpc>
                <a:spcPct val="100000"/>
              </a:lnSpc>
              <a:spcBef>
                <a:spcPts val="400"/>
              </a:spcBef>
              <a:spcAft>
                <a:spcPts val="400"/>
              </a:spcAft>
              <a:buClr>
                <a:schemeClr val="tx1"/>
              </a:buClr>
              <a:buFont typeface="Arial" panose="020B0604020202020204" pitchFamily="34" charset="0"/>
              <a:buChar char="•"/>
            </a:pPr>
            <a:r>
              <a:rPr lang="en-US" dirty="0"/>
              <a:t>Second level</a:t>
            </a:r>
          </a:p>
          <a:p>
            <a:pPr marL="719138" lvl="2" indent="-171450">
              <a:lnSpc>
                <a:spcPct val="100000"/>
              </a:lnSpc>
              <a:spcBef>
                <a:spcPts val="300"/>
              </a:spcBef>
              <a:spcAft>
                <a:spcPts val="300"/>
              </a:spcAft>
              <a:buClr>
                <a:schemeClr val="tx1"/>
              </a:buClr>
              <a:buFont typeface="Arial" panose="020B0604020202020204" pitchFamily="34" charset="0"/>
              <a:buChar char="•"/>
            </a:pPr>
            <a:r>
              <a:rPr lang="en-US" dirty="0"/>
              <a:t>Third level</a:t>
            </a:r>
          </a:p>
          <a:p>
            <a:pPr marL="987425" lvl="3" indent="-171450" defTabSz="1169988">
              <a:lnSpc>
                <a:spcPct val="100000"/>
              </a:lnSpc>
              <a:spcBef>
                <a:spcPts val="200"/>
              </a:spcBef>
              <a:spcAft>
                <a:spcPts val="200"/>
              </a:spcAft>
              <a:buClr>
                <a:schemeClr val="tx1"/>
              </a:buClr>
              <a:buFont typeface="Arial" panose="020B0604020202020204" pitchFamily="34" charset="0"/>
              <a:buChar char="•"/>
            </a:pPr>
            <a:r>
              <a:rPr lang="en-US" dirty="0"/>
              <a:t>Fourth level</a:t>
            </a:r>
          </a:p>
          <a:p>
            <a:pPr marL="1255713" lvl="4" indent="-171450">
              <a:lnSpc>
                <a:spcPct val="100000"/>
              </a:lnSpc>
              <a:spcBef>
                <a:spcPts val="200"/>
              </a:spcBef>
              <a:spcAft>
                <a:spcPts val="200"/>
              </a:spcAft>
              <a:buClr>
                <a:schemeClr val="tx1"/>
              </a:buClr>
              <a:buFont typeface="Arial" panose="020B0604020202020204" pitchFamily="34" charset="0"/>
              <a:buChar char="•"/>
            </a:pPr>
            <a:r>
              <a:rPr lang="en-US" dirty="0"/>
              <a:t>Fifth level</a:t>
            </a:r>
            <a:endParaRPr lang="en-IN" dirty="0"/>
          </a:p>
        </p:txBody>
      </p:sp>
      <p:sp>
        <p:nvSpPr>
          <p:cNvPr id="12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IN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
<Relationships  xmlns="http://schemas.openxmlformats.org/package/2006/relationships">
<Relationship Id="rId1" Type="http://schemas.openxmlformats.org/officeDocument/2006/relationships/notesMaster" Target="../notesMasters/notesMaster1.xml"/>
<Relationship Id="rId2" Type="http://schemas.openxmlformats.org/officeDocument/2006/relationships/slide" Target="../slides/slide1.xml"/>
</Relationships>
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Notes Placeholder 4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rPr/>
              <a:t>
Powerpoint file location: /Users/mbbowes/Documents/GitHub/grattantheme/tests/testthat/temp_fullslide_43.pptx</a:t>
            </a:r>
          </a:p>
        </p:txBody>
      </p:sp>
    </p:spTree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jpeg"/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Rectangle 2">
            <a:extLst>
              <a:ext uri="{FF2B5EF4-FFF2-40B4-BE49-F238E27FC236}">
                <a16:creationId xmlns:a16="http://schemas.microsoft.com/office/drawing/2014/main" id="{44D005F0-3FDA-D04B-84DD-1363FABAE9B6}"/>
              </a:ext>
            </a:extLst>
          </p:cNvPr>
          <p:cNvSpPr>
            <a:spLocks noGrp="1" noChangeArrowheads="1"/>
          </p:cNvSpPr>
          <p:nvPr>
            <p:ph type="ctrTitle"/>
          </p:nvPr>
        </p:nvSpPr>
        <p:spPr>
          <a:xfrm>
            <a:off x="1845221" y="3391818"/>
            <a:ext cx="6780334" cy="430887"/>
          </a:xfrm>
        </p:spPr>
        <p:txBody>
          <a:bodyPr/>
          <a:lstStyle>
            <a:lvl1pPr algn="r">
              <a:defRPr sz="2800"/>
            </a:lvl1pPr>
          </a:lstStyle>
          <a:p>
            <a:r>
              <a:rPr lang="en-US" dirty="0"/>
              <a:t>Click to edit </a:t>
            </a:r>
            <a:r>
              <a:rPr lang="en-US"/>
              <a:t>Master title style</a:t>
            </a:r>
            <a:endParaRPr lang="en-AU" dirty="0"/>
          </a:p>
        </p:txBody>
      </p:sp>
      <p:sp>
        <p:nvSpPr>
          <p:cNvPr id="8" name="Rectangle 3">
            <a:extLst>
              <a:ext uri="{FF2B5EF4-FFF2-40B4-BE49-F238E27FC236}">
                <a16:creationId xmlns:a16="http://schemas.microsoft.com/office/drawing/2014/main" id="{CF96A3B4-E487-2E43-AB4D-AF0B84261717}"/>
              </a:ext>
            </a:extLst>
          </p:cNvPr>
          <p:cNvSpPr>
            <a:spLocks noGrp="1" noChangeArrowheads="1"/>
          </p:cNvSpPr>
          <p:nvPr>
            <p:ph type="subTitle" idx="1"/>
          </p:nvPr>
        </p:nvSpPr>
        <p:spPr>
          <a:xfrm>
            <a:off x="1845221" y="4146129"/>
            <a:ext cx="6780334" cy="338554"/>
          </a:xfrm>
        </p:spPr>
        <p:txBody>
          <a:bodyPr/>
          <a:lstStyle>
            <a:lvl1pPr algn="r">
              <a:defRPr sz="2200"/>
            </a:lvl1pPr>
          </a:lstStyle>
          <a:p>
            <a:r>
              <a:rPr lang="en-US"/>
              <a:t>Click to edit Master subtitle style</a:t>
            </a:r>
            <a:endParaRPr lang="en-AU" dirty="0"/>
          </a:p>
        </p:txBody>
      </p:sp>
      <p:sp>
        <p:nvSpPr>
          <p:cNvPr id="9" name="Rectangle 4">
            <a:extLst>
              <a:ext uri="{FF2B5EF4-FFF2-40B4-BE49-F238E27FC236}">
                <a16:creationId xmlns:a16="http://schemas.microsoft.com/office/drawing/2014/main" id="{82E06D4E-6FDB-CF4F-A1E4-67EA24E8CF41}"/>
              </a:ext>
            </a:extLst>
          </p:cNvPr>
          <p:cNvSpPr>
            <a:spLocks noGrp="1" noChangeArrowheads="1"/>
          </p:cNvSpPr>
          <p:nvPr>
            <p:ph type="dt" sz="half" idx="2"/>
          </p:nvPr>
        </p:nvSpPr>
        <p:spPr bwMode="auto">
          <a:xfrm>
            <a:off x="457200" y="6245225"/>
            <a:ext cx="2133600" cy="476250"/>
          </a:xfrm>
          <a:prstGeom prst="rect">
            <a:avLst/>
          </a:prstGeom>
          <a:noFill/>
          <a:ln>
            <a:miter lim="800000"/>
            <a:headEnd/>
            <a:tailEnd/>
          </a:ln>
        </p:spPr>
        <p:txBody>
          <a:bodyPr vert="horz" wrap="none" lIns="0" tIns="0" rIns="0" bIns="0" numCol="1" anchor="t" anchorCtr="0" compatLnSpc="1">
            <a:prstTxWarp prst="textNoShape">
              <a:avLst/>
            </a:prstTxWarp>
          </a:bodyPr>
          <a:lstStyle>
            <a:lvl1pPr>
              <a:defRPr sz="1292"/>
            </a:lvl1pPr>
          </a:lstStyle>
          <a:p>
            <a:endParaRPr lang="en-US" dirty="0"/>
          </a:p>
        </p:txBody>
      </p:sp>
      <p:sp>
        <p:nvSpPr>
          <p:cNvPr id="10" name="Rectangle 5">
            <a:extLst>
              <a:ext uri="{FF2B5EF4-FFF2-40B4-BE49-F238E27FC236}">
                <a16:creationId xmlns:a16="http://schemas.microsoft.com/office/drawing/2014/main" id="{50F3A1FE-D85A-214B-BC70-C1B9CAF69254}"/>
              </a:ext>
            </a:extLst>
          </p:cNvPr>
          <p:cNvSpPr>
            <a:spLocks noGrp="1" noChangeArrowheads="1"/>
          </p:cNvSpPr>
          <p:nvPr>
            <p:ph type="ftr" sz="quarter" idx="3"/>
          </p:nvPr>
        </p:nvSpPr>
        <p:spPr bwMode="auto">
          <a:xfrm>
            <a:off x="3124200" y="6245225"/>
            <a:ext cx="2895600" cy="476250"/>
          </a:xfrm>
          <a:prstGeom prst="rect">
            <a:avLst/>
          </a:prstGeom>
          <a:noFill/>
          <a:ln>
            <a:miter lim="800000"/>
            <a:headEnd/>
            <a:tailEnd/>
          </a:ln>
        </p:spPr>
        <p:txBody>
          <a:bodyPr vert="horz" wrap="none" lIns="0" tIns="0" rIns="0" bIns="0" numCol="1" anchor="t" anchorCtr="0" compatLnSpc="1">
            <a:prstTxWarp prst="textNoShape">
              <a:avLst/>
            </a:prstTxWarp>
          </a:bodyPr>
          <a:lstStyle>
            <a:lvl1pPr algn="ctr">
              <a:defRPr sz="1292"/>
            </a:lvl1pPr>
          </a:lstStyle>
          <a:p>
            <a:endParaRPr lang="en-US"/>
          </a:p>
        </p:txBody>
      </p:sp>
      <p:sp>
        <p:nvSpPr>
          <p:cNvPr id="11" name="Rectangle 6">
            <a:extLst>
              <a:ext uri="{FF2B5EF4-FFF2-40B4-BE49-F238E27FC236}">
                <a16:creationId xmlns:a16="http://schemas.microsoft.com/office/drawing/2014/main" id="{BAC7EBFE-F4CA-034D-9C58-E44E2CE12F8A}"/>
              </a:ext>
            </a:extLst>
          </p:cNvPr>
          <p:cNvSpPr>
            <a:spLocks noGrp="1" noChangeArrowheads="1"/>
          </p:cNvSpPr>
          <p:nvPr>
            <p:ph type="sldNum" sz="quarter" idx="4"/>
          </p:nvPr>
        </p:nvSpPr>
        <p:spPr>
          <a:xfrm>
            <a:off x="6553200" y="6245225"/>
            <a:ext cx="2133600" cy="476250"/>
          </a:xfrm>
          <a:prstGeom prst="rect">
            <a:avLst/>
          </a:prstGeom>
        </p:spPr>
        <p:txBody>
          <a:bodyPr wrap="none" lIns="0" tIns="0" rIns="0" bIns="0"/>
          <a:lstStyle>
            <a:lvl1pPr eaLnBrk="0" hangingPunct="0">
              <a:defRPr sz="1292" i="0"/>
            </a:lvl1pPr>
          </a:lstStyle>
          <a:p>
            <a:fld id="{3E7C0CC8-E12B-4B1E-958E-BC6C5916F62C}" type="slidenum">
              <a:rPr lang="en-US" smtClean="0"/>
              <a:pPr/>
              <a:t>‹#›</a:t>
            </a:fld>
            <a:endParaRPr lang="en-US"/>
          </a:p>
        </p:txBody>
      </p:sp>
      <p:pic>
        <p:nvPicPr>
          <p:cNvPr id="13" name="Picture 8" descr="GrattanLogo">
            <a:extLst>
              <a:ext uri="{FF2B5EF4-FFF2-40B4-BE49-F238E27FC236}">
                <a16:creationId xmlns:a16="http://schemas.microsoft.com/office/drawing/2014/main" id="{360FAE97-D26D-764E-8987-030894C6ECB5}"/>
              </a:ext>
            </a:extLst>
          </p:cNvPr>
          <p:cNvPicPr>
            <a:picLocks noChangeAspect="1" noChangeArrowheads="1"/>
          </p:cNvPicPr>
          <p:nvPr userDrawn="1"/>
        </p:nvPicPr>
        <p:blipFill>
          <a:blip r:embed="rId2" cstate="print"/>
          <a:srcRect/>
          <a:stretch>
            <a:fillRect/>
          </a:stretch>
        </p:blipFill>
        <p:spPr bwMode="auto">
          <a:xfrm>
            <a:off x="4702721" y="981075"/>
            <a:ext cx="3922834" cy="1081088"/>
          </a:xfrm>
          <a:prstGeom prst="rect">
            <a:avLst/>
          </a:prstGeom>
          <a:noFill/>
        </p:spPr>
      </p:pic>
    </p:spTree>
    <p:extLst>
      <p:ext uri="{BB962C8B-B14F-4D97-AF65-F5344CB8AC3E}">
        <p14:creationId xmlns:p14="http://schemas.microsoft.com/office/powerpoint/2010/main" val="382609692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28650" y="319716"/>
            <a:ext cx="6497707" cy="479750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62C827D-FC0C-184A-B855-165F1307D257}" type="datetimeFigureOut">
              <a:rPr lang="en-US" smtClean="0"/>
              <a:t>12/28/22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428D261-E467-CB42-92CE-56E038D4601A}" type="slidenum">
              <a:rPr lang="en-US" smtClean="0"/>
              <a:t>‹#›</a:t>
            </a:fld>
            <a:endParaRPr lang="en-US"/>
          </a:p>
        </p:txBody>
      </p:sp>
      <p:sp>
        <p:nvSpPr>
          <p:cNvPr id="10" name="Content Placeholder 2">
            <a:extLst>
              <a:ext uri="{FF2B5EF4-FFF2-40B4-BE49-F238E27FC236}">
                <a16:creationId xmlns:a16="http://schemas.microsoft.com/office/drawing/2014/main" id="{5776813A-6BA6-2B48-8868-0EF29F4BF7DF}"/>
              </a:ext>
            </a:extLst>
          </p:cNvPr>
          <p:cNvSpPr>
            <a:spLocks noGrp="1"/>
          </p:cNvSpPr>
          <p:nvPr>
            <p:ph sz="half" idx="1" hasCustomPrompt="1"/>
          </p:nvPr>
        </p:nvSpPr>
        <p:spPr>
          <a:xfrm>
            <a:off x="628650" y="890676"/>
            <a:ext cx="7991368" cy="5376559"/>
          </a:xfrm>
        </p:spPr>
        <p:txBody>
          <a:bodyPr/>
          <a:lstStyle>
            <a:lvl1pPr>
              <a:spcAft>
                <a:spcPts val="1800"/>
              </a:spcAft>
              <a:defRPr/>
            </a:lvl1pPr>
            <a:lvl2pPr>
              <a:spcAft>
                <a:spcPts val="1800"/>
              </a:spcAft>
              <a:defRPr>
                <a:latin typeface="Arial" panose="020B0604020202020204" pitchFamily="34" charset="0"/>
                <a:cs typeface="Arial" panose="020B0604020202020204" pitchFamily="34" charset="0"/>
              </a:defRPr>
            </a:lvl2pPr>
            <a:lvl3pPr>
              <a:spcAft>
                <a:spcPts val="1800"/>
              </a:spcAft>
              <a:defRPr>
                <a:latin typeface="Arial" panose="020B0604020202020204" pitchFamily="34" charset="0"/>
                <a:cs typeface="Arial" panose="020B0604020202020204" pitchFamily="34" charset="0"/>
              </a:defRPr>
            </a:lvl3pPr>
            <a:lvl4pPr>
              <a:spcAft>
                <a:spcPts val="1800"/>
              </a:spcAft>
              <a:defRPr>
                <a:latin typeface="Arial" panose="020B0604020202020204" pitchFamily="34" charset="0"/>
                <a:cs typeface="Arial" panose="020B0604020202020204" pitchFamily="34" charset="0"/>
              </a:defRPr>
            </a:lvl4pPr>
            <a:lvl5pPr>
              <a:spcAft>
                <a:spcPts val="1800"/>
              </a:spcAft>
              <a:defRPr>
                <a:latin typeface="Arial" panose="020B0604020202020204" pitchFamily="34" charset="0"/>
                <a:cs typeface="Arial" panose="020B0604020202020204" pitchFamily="34" charset="0"/>
              </a:defRPr>
            </a:lvl5pPr>
          </a:lstStyle>
          <a:p>
            <a:pPr lvl="0"/>
            <a:r>
              <a:rPr lang="en-US" dirty="0"/>
              <a:t>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</p:spTree>
    <p:extLst>
      <p:ext uri="{BB962C8B-B14F-4D97-AF65-F5344CB8AC3E}">
        <p14:creationId xmlns:p14="http://schemas.microsoft.com/office/powerpoint/2010/main" val="1354292260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23888" y="1709739"/>
            <a:ext cx="7886700" cy="2852737"/>
          </a:xfrm>
        </p:spPr>
        <p:txBody>
          <a:bodyPr anchor="ctr">
            <a:normAutofit/>
          </a:bodyPr>
          <a:lstStyle>
            <a:lvl1pPr algn="ctr">
              <a:defRPr sz="22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23888" y="4589464"/>
            <a:ext cx="78867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/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62C827D-FC0C-184A-B855-165F1307D257}" type="datetimeFigureOut">
              <a:rPr lang="en-US" smtClean="0"/>
              <a:t>12/28/22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428D261-E467-CB42-92CE-56E038D4601A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594084510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 hasCustomPrompt="1"/>
          </p:nvPr>
        </p:nvSpPr>
        <p:spPr>
          <a:xfrm>
            <a:off x="641652" y="198782"/>
            <a:ext cx="6487202" cy="620562"/>
          </a:xfrm>
        </p:spPr>
        <p:txBody>
          <a:bodyPr lIns="0" tIns="0" rIns="0" bIns="0"/>
          <a:lstStyle>
            <a:lvl1pPr>
              <a:lnSpc>
                <a:spcPct val="100000"/>
              </a:lnSpc>
              <a:defRPr/>
            </a:lvl1pPr>
          </a:lstStyle>
          <a:p>
            <a:r>
              <a:rPr lang="en-US" dirty="0"/>
              <a:t> 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 hasCustomPrompt="1"/>
          </p:nvPr>
        </p:nvSpPr>
        <p:spPr>
          <a:xfrm>
            <a:off x="641331" y="862664"/>
            <a:ext cx="7992000" cy="643145"/>
          </a:xfrm>
        </p:spPr>
        <p:txBody>
          <a:bodyPr lIns="0" tIns="0" rIns="0" bIns="0"/>
          <a:lstStyle>
            <a:lvl1pPr>
              <a:lnSpc>
                <a:spcPct val="90000"/>
              </a:lnSpc>
              <a:spcAft>
                <a:spcPts val="0"/>
              </a:spcAft>
              <a:defRPr/>
            </a:lvl1pPr>
            <a:lvl2pPr>
              <a:lnSpc>
                <a:spcPct val="90000"/>
              </a:lnSpc>
              <a:spcAft>
                <a:spcPts val="0"/>
              </a:spcAft>
              <a:defRPr/>
            </a:lvl2pPr>
            <a:lvl3pPr>
              <a:lnSpc>
                <a:spcPct val="90000"/>
              </a:lnSpc>
              <a:spcAft>
                <a:spcPts val="0"/>
              </a:spcAft>
              <a:defRPr/>
            </a:lvl3pPr>
            <a:lvl4pPr>
              <a:lnSpc>
                <a:spcPct val="90000"/>
              </a:lnSpc>
              <a:spcAft>
                <a:spcPts val="0"/>
              </a:spcAft>
              <a:defRPr/>
            </a:lvl4pPr>
            <a:lvl5pPr>
              <a:lnSpc>
                <a:spcPct val="90000"/>
              </a:lnSpc>
              <a:spcAft>
                <a:spcPts val="0"/>
              </a:spcAft>
              <a:defRPr/>
            </a:lvl5pPr>
          </a:lstStyle>
          <a:p>
            <a:pPr lvl="0"/>
            <a:r>
              <a:rPr lang="en-US" dirty="0"/>
              <a:t> 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38590" y="1371749"/>
            <a:ext cx="7992000" cy="5009174"/>
          </a:xfrm>
        </p:spPr>
        <p:txBody>
          <a:bodyPr/>
          <a:lstStyle>
            <a:lvl1pPr>
              <a:spcAft>
                <a:spcPts val="1800"/>
              </a:spcAft>
              <a:defRPr>
                <a:latin typeface="Arial" panose="020B0604020202020204" pitchFamily="34" charset="0"/>
                <a:cs typeface="Arial" panose="020B0604020202020204" pitchFamily="34" charset="0"/>
              </a:defRPr>
            </a:lvl1pPr>
            <a:lvl2pPr>
              <a:spcAft>
                <a:spcPts val="1800"/>
              </a:spcAft>
              <a:defRPr>
                <a:latin typeface="Arial" panose="020B0604020202020204" pitchFamily="34" charset="0"/>
                <a:cs typeface="Arial" panose="020B0604020202020204" pitchFamily="34" charset="0"/>
              </a:defRPr>
            </a:lvl2pPr>
            <a:lvl3pPr>
              <a:spcAft>
                <a:spcPts val="1800"/>
              </a:spcAft>
              <a:defRPr>
                <a:latin typeface="Arial" panose="020B0604020202020204" pitchFamily="34" charset="0"/>
                <a:cs typeface="Arial" panose="020B0604020202020204" pitchFamily="34" charset="0"/>
              </a:defRPr>
            </a:lvl3pPr>
            <a:lvl4pPr>
              <a:spcAft>
                <a:spcPts val="1800"/>
              </a:spcAft>
              <a:defRPr>
                <a:latin typeface="Arial" panose="020B0604020202020204" pitchFamily="34" charset="0"/>
                <a:cs typeface="Arial" panose="020B0604020202020204" pitchFamily="34" charset="0"/>
              </a:defRPr>
            </a:lvl4pPr>
            <a:lvl5pPr>
              <a:spcAft>
                <a:spcPts val="1800"/>
              </a:spcAft>
              <a:defRPr>
                <a:latin typeface="Arial" panose="020B0604020202020204" pitchFamily="34" charset="0"/>
                <a:cs typeface="Arial" panose="020B0604020202020204" pitchFamily="34" charset="0"/>
              </a:defRPr>
            </a:lvl5pPr>
          </a:lstStyle>
          <a:p>
            <a:pPr lvl="0"/>
            <a:r>
              <a:rPr lang="en-US" dirty="0"/>
              <a:t>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6" name="Caption Placeholder 1">
            <a:extLst>
              <a:ext uri="{FF2B5EF4-FFF2-40B4-BE49-F238E27FC236}">
                <a16:creationId xmlns:a16="http://schemas.microsoft.com/office/drawing/2014/main" id="{6E0C4110-01B7-BB28-A5D4-537EA5D12ACD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>
          <a:xfrm>
            <a:off x="639115" y="6525074"/>
            <a:ext cx="7991475" cy="268287"/>
          </a:xfrm>
        </p:spPr>
        <p:txBody>
          <a:bodyPr>
            <a:normAutofit/>
          </a:bodyPr>
          <a:lstStyle>
            <a:lvl1pPr>
              <a:defRPr sz="1000"/>
            </a:lvl1pPr>
          </a:lstStyle>
          <a:p>
            <a:pPr lvl="0"/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753032963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BC17464-26F0-F70E-03FB-7D458DC13FC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AU"/>
          </a:p>
        </p:txBody>
      </p:sp>
    </p:spTree>
    <p:extLst>
      <p:ext uri="{BB962C8B-B14F-4D97-AF65-F5344CB8AC3E}">
        <p14:creationId xmlns:p14="http://schemas.microsoft.com/office/powerpoint/2010/main" val="528617625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98E868C-2161-3F70-9E5A-5C38113B1CC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AU"/>
          </a:p>
        </p:txBody>
      </p:sp>
    </p:spTree>
    <p:extLst>
      <p:ext uri="{BB962C8B-B14F-4D97-AF65-F5344CB8AC3E}">
        <p14:creationId xmlns:p14="http://schemas.microsoft.com/office/powerpoint/2010/main" val="1857248360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7AED932-2FE5-9703-B8AE-C45091E0F0E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AU"/>
          </a:p>
        </p:txBody>
      </p:sp>
    </p:spTree>
    <p:extLst>
      <p:ext uri="{BB962C8B-B14F-4D97-AF65-F5344CB8AC3E}">
        <p14:creationId xmlns:p14="http://schemas.microsoft.com/office/powerpoint/2010/main" val="1354207874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theme" Target="../theme/theme1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5" Type="http://schemas.openxmlformats.org/officeDocument/2006/relationships/slideLayout" Target="../slideLayouts/slideLayout5.xml"/><Relationship Id="rId4" Type="http://schemas.openxmlformats.org/officeDocument/2006/relationships/slideLayout" Target="../slideLayouts/slideLayout4.xml"/><Relationship Id="rId9" Type="http://schemas.openxmlformats.org/officeDocument/2006/relationships/image" Target="../media/image1.jpeg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628650" y="319716"/>
            <a:ext cx="7886700" cy="479750"/>
          </a:xfrm>
          <a:prstGeom prst="rect">
            <a:avLst/>
          </a:prstGeom>
        </p:spPr>
        <p:txBody>
          <a:bodyPr vert="horz" lIns="91440" tIns="45720" rIns="91440" bIns="45720" rtlCol="0" anchor="b">
            <a:normAutofit/>
          </a:bodyPr>
          <a:lstStyle/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28650" y="914087"/>
            <a:ext cx="78867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marL="0" marR="0" lvl="0" indent="0" algn="l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r>
              <a:rPr kumimoji="0" lang="en-AU" sz="1800" b="0" i="0" u="none" strike="noStrike" kern="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/>
                <a:ea typeface="ＭＳ Ｐゴシック"/>
                <a:cs typeface="+mn-cs"/>
              </a:rPr>
              <a:t>Heading </a:t>
            </a:r>
            <a:endParaRPr kumimoji="0" lang="en-US" sz="1800" b="0" i="0" u="none" strike="noStrike" kern="0" cap="none" spc="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/>
              <a:ea typeface="ＭＳ Ｐゴシック"/>
              <a:cs typeface="+mn-cs"/>
            </a:endParaRPr>
          </a:p>
          <a:p>
            <a:pPr marL="165593" marR="0" lvl="1" indent="-164127" algn="l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Pct val="130000"/>
              <a:buFontTx/>
              <a:buChar char="•"/>
              <a:tabLst/>
              <a:defRPr/>
            </a:pPr>
            <a:r>
              <a:rPr kumimoji="0" lang="en-US" sz="1700" b="0" i="0" u="none" strike="noStrike" kern="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/>
                <a:ea typeface="ＭＳ Ｐゴシック"/>
              </a:rPr>
              <a:t>First bullet</a:t>
            </a:r>
          </a:p>
          <a:p>
            <a:pPr marL="372217" marR="0" lvl="2" indent="-205159" algn="l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 typeface="Arial" charset="0"/>
              <a:buChar char="–"/>
              <a:tabLst/>
              <a:defRPr/>
            </a:pPr>
            <a:r>
              <a:rPr kumimoji="0" lang="en-US" sz="1600" b="0" i="0" u="none" strike="noStrike" kern="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/>
                <a:ea typeface="ＭＳ Ｐゴシック"/>
              </a:rPr>
              <a:t>Second level</a:t>
            </a:r>
          </a:p>
          <a:p>
            <a:pPr marL="517294" marR="0" lvl="3" indent="-131888" algn="l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 typeface="Arial" charset="0"/>
              <a:buChar char="-"/>
              <a:tabLst/>
              <a:defRPr/>
            </a:pPr>
            <a:r>
              <a:rPr kumimoji="0" lang="en-US" sz="1500" b="0" i="0" u="none" strike="noStrike" kern="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/>
                <a:ea typeface="ＭＳ Ｐゴシック"/>
              </a:rPr>
              <a:t>Third level</a:t>
            </a:r>
          </a:p>
          <a:p>
            <a:pPr marL="728315" marR="0" lvl="4" indent="-193436" algn="l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 typeface="Arial" charset="0"/>
              <a:buChar char="&gt;"/>
              <a:tabLst/>
              <a:defRPr/>
            </a:pPr>
            <a:r>
              <a:rPr kumimoji="0" lang="en-US" sz="1400" b="0" i="0" u="none" strike="noStrike" kern="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/>
                <a:ea typeface="ＭＳ Ｐゴシック"/>
              </a:rPr>
              <a:t>Fourth level</a:t>
            </a:r>
          </a:p>
          <a:p>
            <a:pPr lvl="0"/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628650" y="6356351"/>
            <a:ext cx="20574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62C827D-FC0C-184A-B855-165F1307D257}" type="datetimeFigureOut">
              <a:rPr lang="en-US" smtClean="0"/>
              <a:t>12/28/22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028950" y="6356351"/>
            <a:ext cx="30861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457950" y="6356351"/>
            <a:ext cx="20574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428D261-E467-CB42-92CE-56E038D4601A}" type="slidenum">
              <a:rPr lang="en-US" smtClean="0"/>
              <a:t>‹#›</a:t>
            </a:fld>
            <a:endParaRPr lang="en-US"/>
          </a:p>
        </p:txBody>
      </p:sp>
      <p:pic>
        <p:nvPicPr>
          <p:cNvPr id="7" name="Picture 8" descr="GrattanLogo">
            <a:extLst>
              <a:ext uri="{FF2B5EF4-FFF2-40B4-BE49-F238E27FC236}">
                <a16:creationId xmlns:a16="http://schemas.microsoft.com/office/drawing/2014/main" id="{67074FA1-84FC-A749-908E-C0C5F1D3C581}"/>
              </a:ext>
            </a:extLst>
          </p:cNvPr>
          <p:cNvPicPr>
            <a:picLocks noChangeAspect="1" noChangeArrowheads="1"/>
          </p:cNvPicPr>
          <p:nvPr userDrawn="1"/>
        </p:nvPicPr>
        <p:blipFill>
          <a:blip r:embed="rId9" cstate="print"/>
          <a:srcRect/>
          <a:stretch>
            <a:fillRect/>
          </a:stretch>
        </p:blipFill>
        <p:spPr bwMode="auto">
          <a:xfrm>
            <a:off x="7186547" y="333380"/>
            <a:ext cx="1439008" cy="396875"/>
          </a:xfrm>
          <a:prstGeom prst="rect">
            <a:avLst/>
          </a:prstGeom>
          <a:noFill/>
        </p:spPr>
      </p:pic>
      <p:sp>
        <p:nvSpPr>
          <p:cNvPr id="8" name="Line 7">
            <a:extLst>
              <a:ext uri="{FF2B5EF4-FFF2-40B4-BE49-F238E27FC236}">
                <a16:creationId xmlns:a16="http://schemas.microsoft.com/office/drawing/2014/main" id="{5994C232-B4F2-F34D-9731-E1E62AAE633D}"/>
              </a:ext>
            </a:extLst>
          </p:cNvPr>
          <p:cNvSpPr>
            <a:spLocks noChangeShapeType="1"/>
          </p:cNvSpPr>
          <p:nvPr userDrawn="1"/>
        </p:nvSpPr>
        <p:spPr bwMode="auto">
          <a:xfrm>
            <a:off x="648001" y="844876"/>
            <a:ext cx="7977554" cy="0"/>
          </a:xfrm>
          <a:prstGeom prst="line">
            <a:avLst/>
          </a:prstGeom>
          <a:noFill/>
          <a:ln w="19050">
            <a:solidFill>
              <a:srgbClr val="F3901D"/>
            </a:solidFill>
            <a:round/>
            <a:headEnd/>
            <a:tailEnd/>
          </a:ln>
          <a:effectLst/>
        </p:spPr>
        <p:txBody>
          <a:bodyPr/>
          <a:lstStyle/>
          <a:p>
            <a:endParaRPr lang="en-AU" sz="2215"/>
          </a:p>
        </p:txBody>
      </p:sp>
    </p:spTree>
    <p:extLst>
      <p:ext uri="{BB962C8B-B14F-4D97-AF65-F5344CB8AC3E}">
        <p14:creationId xmlns:p14="http://schemas.microsoft.com/office/powerpoint/2010/main" val="3976130077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61" r:id="rId1"/>
    <p:sldLayoutId id="2147483662" r:id="rId2"/>
    <p:sldLayoutId id="2147483663" r:id="rId3"/>
    <p:sldLayoutId id="2147483664" r:id="rId4"/>
    <p:sldLayoutId id="2147483665" r:id="rId5"/>
    <p:sldLayoutId id="2147483666" r:id="rId6"/>
    <p:sldLayoutId id="2147483667" r:id="rId7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1800" b="1" kern="1200">
          <a:solidFill>
            <a:schemeClr val="tx1"/>
          </a:solidFill>
          <a:latin typeface="Arial" panose="020B0604020202020204" pitchFamily="34" charset="0"/>
          <a:ea typeface="+mj-ea"/>
          <a:cs typeface="Arial" panose="020B0604020202020204" pitchFamily="34" charset="0"/>
        </a:defRPr>
      </a:lvl1pPr>
    </p:titleStyle>
    <p:bodyStyle>
      <a:lvl1pPr marL="0" marR="0" indent="0" algn="l" defTabSz="914400" rtl="0" eaLnBrk="1" fontAlgn="base" latinLnBrk="0" hangingPunct="1">
        <a:lnSpc>
          <a:spcPct val="100000"/>
        </a:lnSpc>
        <a:spcBef>
          <a:spcPct val="0"/>
        </a:spcBef>
        <a:spcAft>
          <a:spcPct val="0"/>
        </a:spcAft>
        <a:buClrTx/>
        <a:buSzTx/>
        <a:buFontTx/>
        <a:buNone/>
        <a:tabLst/>
        <a:defRPr sz="1800" kern="1200">
          <a:solidFill>
            <a:schemeClr val="tx1"/>
          </a:solidFill>
          <a:latin typeface="Arial" panose="020B0604020202020204" pitchFamily="34" charset="0"/>
          <a:ea typeface="+mn-ea"/>
          <a:cs typeface="Arial" panose="020B0604020202020204" pitchFamily="34" charset="0"/>
        </a:defRPr>
      </a:lvl1pPr>
      <a:lvl2pPr marL="165593" marR="0" indent="-164127" algn="l" defTabSz="914400" rtl="0" eaLnBrk="1" fontAlgn="base" latinLnBrk="0" hangingPunct="1">
        <a:lnSpc>
          <a:spcPct val="100000"/>
        </a:lnSpc>
        <a:spcBef>
          <a:spcPct val="0"/>
        </a:spcBef>
        <a:spcAft>
          <a:spcPct val="0"/>
        </a:spcAft>
        <a:buClrTx/>
        <a:buSzPct val="130000"/>
        <a:buFontTx/>
        <a:buChar char="•"/>
        <a:tabLst/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372217" marR="0" indent="-205159" algn="l" defTabSz="914400" rtl="0" eaLnBrk="1" fontAlgn="base" latinLnBrk="0" hangingPunct="1">
        <a:lnSpc>
          <a:spcPct val="100000"/>
        </a:lnSpc>
        <a:spcBef>
          <a:spcPct val="0"/>
        </a:spcBef>
        <a:spcAft>
          <a:spcPct val="0"/>
        </a:spcAft>
        <a:buClrTx/>
        <a:buSzTx/>
        <a:buFont typeface="Arial" charset="0"/>
        <a:buChar char="–"/>
        <a:tabLst/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517294" marR="0" indent="-131888" algn="l" defTabSz="914400" rtl="0" eaLnBrk="1" fontAlgn="base" latinLnBrk="0" hangingPunct="1">
        <a:lnSpc>
          <a:spcPct val="100000"/>
        </a:lnSpc>
        <a:spcBef>
          <a:spcPct val="0"/>
        </a:spcBef>
        <a:spcAft>
          <a:spcPct val="0"/>
        </a:spcAft>
        <a:buClrTx/>
        <a:buSzTx/>
        <a:buFont typeface="Arial" charset="0"/>
        <a:buChar char="-"/>
        <a:tabLst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728315" marR="0" indent="-193436" algn="l" defTabSz="914400" rtl="0" eaLnBrk="1" fontAlgn="base" latinLnBrk="0" hangingPunct="1">
        <a:lnSpc>
          <a:spcPct val="100000"/>
        </a:lnSpc>
        <a:spcBef>
          <a:spcPct val="0"/>
        </a:spcBef>
        <a:spcAft>
          <a:spcPct val="0"/>
        </a:spcAft>
        <a:buClrTx/>
        <a:buSzTx/>
        <a:buFont typeface="Arial" charset="0"/>
        <a:buChar char="&gt;"/>
        <a:tabLst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4.xml"/>
<Relationship Id="rId2" Type="http://schemas.openxmlformats.org/officeDocument/2006/relationships/notesSlide" Target="../notesSlides/notesSlide1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ontent Placeholder 2"/>
          <p:cNvSpPr>
            <a:spLocks noGrp="1"/>
          </p:cNvSpPr>
          <p:nvPr>
            <p:ph sz="half" idx="1" hasCustomPrompt="1"/>
          </p:nvPr>
        </p:nvSpPr>
        <p:spPr>
          <a:xfrm>
            <a:off x="641331" y="862664"/>
            <a:ext cx="7992000" cy="643145"/>
          </a:xfrm>
        </p:spPr>
        <p:txBody>
          <a:bodyPr/>
          <a:lstStyle/>
          <a:p>
            <a:r>
              <a:rPr/>
              <a:t>My subtitle</a:t>
            </a:r>
          </a:p>
        </p:txBody>
      </p:sp>
      <p:grpSp xmlns:pic="http://schemas.openxmlformats.org/drawingml/2006/picture">
        <p:nvGrpSpPr>
          <p:cNvPr id="3" name="Content Placeholder 3"/>
          <p:cNvGrpSpPr/>
          <p:nvPr/>
        </p:nvGrpSpPr>
        <p:grpSpPr>
          <a:xfrm>
            <a:off x="638590" y="1371749"/>
            <a:ext cx="7992000" cy="5009174"/>
            <a:chOff x="638590" y="1371749"/>
            <a:chExt cx="7992000" cy="5009174"/>
          </a:xfrm>
        </p:grpSpPr>
        <p:sp>
          <p:nvSpPr>
            <p:cNvPr id="4" name="rc3"/>
            <p:cNvSpPr/>
            <p:nvPr/>
          </p:nvSpPr>
          <p:spPr>
            <a:xfrm>
              <a:off x="638590" y="1371749"/>
              <a:ext cx="7992000" cy="5009174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13550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rc4"/>
            <p:cNvSpPr/>
            <p:nvPr/>
          </p:nvSpPr>
          <p:spPr>
            <a:xfrm>
              <a:off x="1065110" y="1441338"/>
              <a:ext cx="7495890" cy="4538850"/>
            </a:xfrm>
            <a:prstGeom prst="rect">
              <a:avLst/>
            </a:prstGeom>
            <a:solidFill>
              <a:srgbClr val="EBEBEB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6" name="pl5"/>
            <p:cNvSpPr/>
            <p:nvPr/>
          </p:nvSpPr>
          <p:spPr>
            <a:xfrm>
              <a:off x="1065110" y="5405150"/>
              <a:ext cx="7495890" cy="0"/>
            </a:xfrm>
            <a:custGeom>
              <a:avLst/>
              <a:pathLst>
                <a:path w="7495890" h="0">
                  <a:moveTo>
                    <a:pt x="0" y="0"/>
                  </a:moveTo>
                  <a:lnTo>
                    <a:pt x="7495890" y="0"/>
                  </a:lnTo>
                  <a:lnTo>
                    <a:pt x="7495890" y="0"/>
                  </a:lnTo>
                </a:path>
              </a:pathLst>
            </a:custGeom>
            <a:ln w="677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6"/>
            <p:cNvSpPr/>
            <p:nvPr/>
          </p:nvSpPr>
          <p:spPr>
            <a:xfrm>
              <a:off x="1065110" y="4527229"/>
              <a:ext cx="7495890" cy="0"/>
            </a:xfrm>
            <a:custGeom>
              <a:avLst/>
              <a:pathLst>
                <a:path w="7495890" h="0">
                  <a:moveTo>
                    <a:pt x="0" y="0"/>
                  </a:moveTo>
                  <a:lnTo>
                    <a:pt x="7495890" y="0"/>
                  </a:lnTo>
                  <a:lnTo>
                    <a:pt x="7495890" y="0"/>
                  </a:lnTo>
                </a:path>
              </a:pathLst>
            </a:custGeom>
            <a:ln w="677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7"/>
            <p:cNvSpPr/>
            <p:nvPr/>
          </p:nvSpPr>
          <p:spPr>
            <a:xfrm>
              <a:off x="1065110" y="3649308"/>
              <a:ext cx="7495890" cy="0"/>
            </a:xfrm>
            <a:custGeom>
              <a:avLst/>
              <a:pathLst>
                <a:path w="7495890" h="0">
                  <a:moveTo>
                    <a:pt x="0" y="0"/>
                  </a:moveTo>
                  <a:lnTo>
                    <a:pt x="7495890" y="0"/>
                  </a:lnTo>
                  <a:lnTo>
                    <a:pt x="7495890" y="0"/>
                  </a:lnTo>
                </a:path>
              </a:pathLst>
            </a:custGeom>
            <a:ln w="677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8"/>
            <p:cNvSpPr/>
            <p:nvPr/>
          </p:nvSpPr>
          <p:spPr>
            <a:xfrm>
              <a:off x="1065110" y="2771388"/>
              <a:ext cx="7495890" cy="0"/>
            </a:xfrm>
            <a:custGeom>
              <a:avLst/>
              <a:pathLst>
                <a:path w="7495890" h="0">
                  <a:moveTo>
                    <a:pt x="0" y="0"/>
                  </a:moveTo>
                  <a:lnTo>
                    <a:pt x="7495890" y="0"/>
                  </a:lnTo>
                  <a:lnTo>
                    <a:pt x="7495890" y="0"/>
                  </a:lnTo>
                </a:path>
              </a:pathLst>
            </a:custGeom>
            <a:ln w="677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9"/>
            <p:cNvSpPr/>
            <p:nvPr/>
          </p:nvSpPr>
          <p:spPr>
            <a:xfrm>
              <a:off x="1065110" y="1893467"/>
              <a:ext cx="7495890" cy="0"/>
            </a:xfrm>
            <a:custGeom>
              <a:avLst/>
              <a:pathLst>
                <a:path w="7495890" h="0">
                  <a:moveTo>
                    <a:pt x="0" y="0"/>
                  </a:moveTo>
                  <a:lnTo>
                    <a:pt x="7495890" y="0"/>
                  </a:lnTo>
                  <a:lnTo>
                    <a:pt x="7495890" y="0"/>
                  </a:lnTo>
                </a:path>
              </a:pathLst>
            </a:custGeom>
            <a:ln w="677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0"/>
            <p:cNvSpPr/>
            <p:nvPr/>
          </p:nvSpPr>
          <p:spPr>
            <a:xfrm>
              <a:off x="1383181" y="1441338"/>
              <a:ext cx="0" cy="4538850"/>
            </a:xfrm>
            <a:custGeom>
              <a:avLst/>
              <a:pathLst>
                <a:path w="0" h="4538850">
                  <a:moveTo>
                    <a:pt x="0" y="4538850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1"/>
            <p:cNvSpPr/>
            <p:nvPr/>
          </p:nvSpPr>
          <p:spPr>
            <a:xfrm>
              <a:off x="3125561" y="1441338"/>
              <a:ext cx="0" cy="4538850"/>
            </a:xfrm>
            <a:custGeom>
              <a:avLst/>
              <a:pathLst>
                <a:path w="0" h="4538850">
                  <a:moveTo>
                    <a:pt x="0" y="4538850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2"/>
            <p:cNvSpPr/>
            <p:nvPr/>
          </p:nvSpPr>
          <p:spPr>
            <a:xfrm>
              <a:off x="4867940" y="1441338"/>
              <a:ext cx="0" cy="4538850"/>
            </a:xfrm>
            <a:custGeom>
              <a:avLst/>
              <a:pathLst>
                <a:path w="0" h="4538850">
                  <a:moveTo>
                    <a:pt x="0" y="4538850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3"/>
            <p:cNvSpPr/>
            <p:nvPr/>
          </p:nvSpPr>
          <p:spPr>
            <a:xfrm>
              <a:off x="6610320" y="1441338"/>
              <a:ext cx="0" cy="4538850"/>
            </a:xfrm>
            <a:custGeom>
              <a:avLst/>
              <a:pathLst>
                <a:path w="0" h="4538850">
                  <a:moveTo>
                    <a:pt x="0" y="4538850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4"/>
            <p:cNvSpPr/>
            <p:nvPr/>
          </p:nvSpPr>
          <p:spPr>
            <a:xfrm>
              <a:off x="8352699" y="1441338"/>
              <a:ext cx="0" cy="4538850"/>
            </a:xfrm>
            <a:custGeom>
              <a:avLst/>
              <a:pathLst>
                <a:path w="0" h="4538850">
                  <a:moveTo>
                    <a:pt x="0" y="4538850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5"/>
            <p:cNvSpPr/>
            <p:nvPr/>
          </p:nvSpPr>
          <p:spPr>
            <a:xfrm>
              <a:off x="1065110" y="5844110"/>
              <a:ext cx="7495890" cy="0"/>
            </a:xfrm>
            <a:custGeom>
              <a:avLst/>
              <a:pathLst>
                <a:path w="7495890" h="0">
                  <a:moveTo>
                    <a:pt x="0" y="0"/>
                  </a:moveTo>
                  <a:lnTo>
                    <a:pt x="7495890" y="0"/>
                  </a:lnTo>
                  <a:lnTo>
                    <a:pt x="7495890" y="0"/>
                  </a:lnTo>
                </a:path>
              </a:pathLst>
            </a:custGeom>
            <a:ln w="13550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6"/>
            <p:cNvSpPr/>
            <p:nvPr/>
          </p:nvSpPr>
          <p:spPr>
            <a:xfrm>
              <a:off x="1065110" y="4966190"/>
              <a:ext cx="7495890" cy="0"/>
            </a:xfrm>
            <a:custGeom>
              <a:avLst/>
              <a:pathLst>
                <a:path w="7495890" h="0">
                  <a:moveTo>
                    <a:pt x="0" y="0"/>
                  </a:moveTo>
                  <a:lnTo>
                    <a:pt x="7495890" y="0"/>
                  </a:lnTo>
                  <a:lnTo>
                    <a:pt x="7495890" y="0"/>
                  </a:lnTo>
                </a:path>
              </a:pathLst>
            </a:custGeom>
            <a:ln w="13550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7"/>
            <p:cNvSpPr/>
            <p:nvPr/>
          </p:nvSpPr>
          <p:spPr>
            <a:xfrm>
              <a:off x="1065110" y="4088269"/>
              <a:ext cx="7495890" cy="0"/>
            </a:xfrm>
            <a:custGeom>
              <a:avLst/>
              <a:pathLst>
                <a:path w="7495890" h="0">
                  <a:moveTo>
                    <a:pt x="0" y="0"/>
                  </a:moveTo>
                  <a:lnTo>
                    <a:pt x="7495890" y="0"/>
                  </a:lnTo>
                  <a:lnTo>
                    <a:pt x="7495890" y="0"/>
                  </a:lnTo>
                </a:path>
              </a:pathLst>
            </a:custGeom>
            <a:ln w="13550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8"/>
            <p:cNvSpPr/>
            <p:nvPr/>
          </p:nvSpPr>
          <p:spPr>
            <a:xfrm>
              <a:off x="1065110" y="3210348"/>
              <a:ext cx="7495890" cy="0"/>
            </a:xfrm>
            <a:custGeom>
              <a:avLst/>
              <a:pathLst>
                <a:path w="7495890" h="0">
                  <a:moveTo>
                    <a:pt x="0" y="0"/>
                  </a:moveTo>
                  <a:lnTo>
                    <a:pt x="7495890" y="0"/>
                  </a:lnTo>
                  <a:lnTo>
                    <a:pt x="7495890" y="0"/>
                  </a:lnTo>
                </a:path>
              </a:pathLst>
            </a:custGeom>
            <a:ln w="13550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l19"/>
            <p:cNvSpPr/>
            <p:nvPr/>
          </p:nvSpPr>
          <p:spPr>
            <a:xfrm>
              <a:off x="1065110" y="2332427"/>
              <a:ext cx="7495890" cy="0"/>
            </a:xfrm>
            <a:custGeom>
              <a:avLst/>
              <a:pathLst>
                <a:path w="7495890" h="0">
                  <a:moveTo>
                    <a:pt x="0" y="0"/>
                  </a:moveTo>
                  <a:lnTo>
                    <a:pt x="7495890" y="0"/>
                  </a:lnTo>
                  <a:lnTo>
                    <a:pt x="7495890" y="0"/>
                  </a:lnTo>
                </a:path>
              </a:pathLst>
            </a:custGeom>
            <a:ln w="13550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l20"/>
            <p:cNvSpPr/>
            <p:nvPr/>
          </p:nvSpPr>
          <p:spPr>
            <a:xfrm>
              <a:off x="1065110" y="1454506"/>
              <a:ext cx="7495890" cy="0"/>
            </a:xfrm>
            <a:custGeom>
              <a:avLst/>
              <a:pathLst>
                <a:path w="7495890" h="0">
                  <a:moveTo>
                    <a:pt x="0" y="0"/>
                  </a:moveTo>
                  <a:lnTo>
                    <a:pt x="7495890" y="0"/>
                  </a:lnTo>
                  <a:lnTo>
                    <a:pt x="7495890" y="0"/>
                  </a:lnTo>
                </a:path>
              </a:pathLst>
            </a:custGeom>
            <a:ln w="13550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" name="pl21"/>
            <p:cNvSpPr/>
            <p:nvPr/>
          </p:nvSpPr>
          <p:spPr>
            <a:xfrm>
              <a:off x="2254371" y="1441338"/>
              <a:ext cx="0" cy="4538850"/>
            </a:xfrm>
            <a:custGeom>
              <a:avLst/>
              <a:pathLst>
                <a:path w="0" h="4538850">
                  <a:moveTo>
                    <a:pt x="0" y="4538850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" name="pl22"/>
            <p:cNvSpPr/>
            <p:nvPr/>
          </p:nvSpPr>
          <p:spPr>
            <a:xfrm>
              <a:off x="3996750" y="1441338"/>
              <a:ext cx="0" cy="4538850"/>
            </a:xfrm>
            <a:custGeom>
              <a:avLst/>
              <a:pathLst>
                <a:path w="0" h="4538850">
                  <a:moveTo>
                    <a:pt x="0" y="4538850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" name="pl23"/>
            <p:cNvSpPr/>
            <p:nvPr/>
          </p:nvSpPr>
          <p:spPr>
            <a:xfrm>
              <a:off x="5739130" y="1441338"/>
              <a:ext cx="0" cy="4538850"/>
            </a:xfrm>
            <a:custGeom>
              <a:avLst/>
              <a:pathLst>
                <a:path w="0" h="4538850">
                  <a:moveTo>
                    <a:pt x="0" y="4538850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" name="pl24"/>
            <p:cNvSpPr/>
            <p:nvPr/>
          </p:nvSpPr>
          <p:spPr>
            <a:xfrm>
              <a:off x="7481509" y="1441338"/>
              <a:ext cx="0" cy="4538850"/>
            </a:xfrm>
            <a:custGeom>
              <a:avLst/>
              <a:pathLst>
                <a:path w="0" h="4538850">
                  <a:moveTo>
                    <a:pt x="0" y="4538850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" name="pt25"/>
            <p:cNvSpPr/>
            <p:nvPr/>
          </p:nvSpPr>
          <p:spPr>
            <a:xfrm>
              <a:off x="3301571" y="3879610"/>
              <a:ext cx="66150" cy="66150"/>
            </a:xfrm>
            <a:prstGeom prst="ellipse">
              <a:avLst/>
            </a:prstGeom>
            <a:solidFill>
              <a:srgbClr val="EF7900">
                <a:alpha val="100000"/>
              </a:srgbClr>
            </a:solidFill>
            <a:ln w="9000" cap="rnd">
              <a:solidFill>
                <a:srgbClr val="EF79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" name="pt26"/>
            <p:cNvSpPr/>
            <p:nvPr/>
          </p:nvSpPr>
          <p:spPr>
            <a:xfrm>
              <a:off x="3745878" y="3879610"/>
              <a:ext cx="66150" cy="66150"/>
            </a:xfrm>
            <a:prstGeom prst="ellipse">
              <a:avLst/>
            </a:prstGeom>
            <a:solidFill>
              <a:srgbClr val="EF7900">
                <a:alpha val="100000"/>
              </a:srgbClr>
            </a:solidFill>
            <a:ln w="9000" cap="rnd">
              <a:solidFill>
                <a:srgbClr val="EF79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" name="pt27"/>
            <p:cNvSpPr/>
            <p:nvPr/>
          </p:nvSpPr>
          <p:spPr>
            <a:xfrm>
              <a:off x="2778857" y="3563558"/>
              <a:ext cx="66150" cy="66150"/>
            </a:xfrm>
            <a:prstGeom prst="ellipse">
              <a:avLst/>
            </a:prstGeom>
            <a:solidFill>
              <a:srgbClr val="EF7900">
                <a:alpha val="100000"/>
              </a:srgbClr>
            </a:solidFill>
            <a:ln w="9000" cap="rnd">
              <a:solidFill>
                <a:srgbClr val="EF79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" name="pt28"/>
            <p:cNvSpPr/>
            <p:nvPr/>
          </p:nvSpPr>
          <p:spPr>
            <a:xfrm>
              <a:off x="4338287" y="3809376"/>
              <a:ext cx="66150" cy="66150"/>
            </a:xfrm>
            <a:prstGeom prst="ellipse">
              <a:avLst/>
            </a:prstGeom>
            <a:solidFill>
              <a:srgbClr val="EF7900">
                <a:alpha val="100000"/>
              </a:srgbClr>
            </a:solidFill>
            <a:ln w="9000" cap="rnd">
              <a:solidFill>
                <a:srgbClr val="EF79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" name="pt29"/>
            <p:cNvSpPr/>
            <p:nvPr/>
          </p:nvSpPr>
          <p:spPr>
            <a:xfrm>
              <a:off x="4730322" y="4283453"/>
              <a:ext cx="66150" cy="66150"/>
            </a:xfrm>
            <a:prstGeom prst="ellipse">
              <a:avLst/>
            </a:prstGeom>
            <a:solidFill>
              <a:srgbClr val="EF7900">
                <a:alpha val="100000"/>
              </a:srgbClr>
            </a:solidFill>
            <a:ln w="9000" cap="rnd">
              <a:solidFill>
                <a:srgbClr val="EF79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" name="pt30"/>
            <p:cNvSpPr/>
            <p:nvPr/>
          </p:nvSpPr>
          <p:spPr>
            <a:xfrm>
              <a:off x="4765170" y="4388804"/>
              <a:ext cx="66150" cy="66150"/>
            </a:xfrm>
            <a:prstGeom prst="ellipse">
              <a:avLst/>
            </a:prstGeom>
            <a:solidFill>
              <a:srgbClr val="EF7900">
                <a:alpha val="100000"/>
              </a:srgbClr>
            </a:solidFill>
            <a:ln w="9000" cap="rnd">
              <a:solidFill>
                <a:srgbClr val="EF79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" name="pt31"/>
            <p:cNvSpPr/>
            <p:nvPr/>
          </p:nvSpPr>
          <p:spPr>
            <a:xfrm>
              <a:off x="4956832" y="5056024"/>
              <a:ext cx="66150" cy="66150"/>
            </a:xfrm>
            <a:prstGeom prst="ellipse">
              <a:avLst/>
            </a:prstGeom>
            <a:solidFill>
              <a:srgbClr val="EF7900">
                <a:alpha val="100000"/>
              </a:srgbClr>
            </a:solidFill>
            <a:ln w="9000" cap="rnd">
              <a:solidFill>
                <a:srgbClr val="EF79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" name="pt32"/>
            <p:cNvSpPr/>
            <p:nvPr/>
          </p:nvSpPr>
          <p:spPr>
            <a:xfrm>
              <a:off x="4294728" y="3282623"/>
              <a:ext cx="66150" cy="66150"/>
            </a:xfrm>
            <a:prstGeom prst="ellipse">
              <a:avLst/>
            </a:prstGeom>
            <a:solidFill>
              <a:srgbClr val="EF7900">
                <a:alpha val="100000"/>
              </a:srgbClr>
            </a:solidFill>
            <a:ln w="9000" cap="rnd">
              <a:solidFill>
                <a:srgbClr val="EF79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" name="pt33"/>
            <p:cNvSpPr/>
            <p:nvPr/>
          </p:nvSpPr>
          <p:spPr>
            <a:xfrm>
              <a:off x="4225032" y="3563558"/>
              <a:ext cx="66150" cy="66150"/>
            </a:xfrm>
            <a:prstGeom prst="ellipse">
              <a:avLst/>
            </a:prstGeom>
            <a:solidFill>
              <a:srgbClr val="EF7900">
                <a:alpha val="100000"/>
              </a:srgbClr>
            </a:solidFill>
            <a:ln w="9000" cap="rnd">
              <a:solidFill>
                <a:srgbClr val="EF79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" name="pt34"/>
            <p:cNvSpPr/>
            <p:nvPr/>
          </p:nvSpPr>
          <p:spPr>
            <a:xfrm>
              <a:off x="4730322" y="4195661"/>
              <a:ext cx="66150" cy="66150"/>
            </a:xfrm>
            <a:prstGeom prst="ellipse">
              <a:avLst/>
            </a:prstGeom>
            <a:solidFill>
              <a:srgbClr val="EF7900">
                <a:alpha val="100000"/>
              </a:srgbClr>
            </a:solidFill>
            <a:ln w="9000" cap="rnd">
              <a:solidFill>
                <a:srgbClr val="EF79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" name="pt35"/>
            <p:cNvSpPr/>
            <p:nvPr/>
          </p:nvSpPr>
          <p:spPr>
            <a:xfrm>
              <a:off x="4730322" y="4441479"/>
              <a:ext cx="66150" cy="66150"/>
            </a:xfrm>
            <a:prstGeom prst="ellipse">
              <a:avLst/>
            </a:prstGeom>
            <a:solidFill>
              <a:srgbClr val="EF7900">
                <a:alpha val="100000"/>
              </a:srgbClr>
            </a:solidFill>
            <a:ln w="9000" cap="rnd">
              <a:solidFill>
                <a:srgbClr val="EF79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" name="pt36"/>
            <p:cNvSpPr/>
            <p:nvPr/>
          </p:nvSpPr>
          <p:spPr>
            <a:xfrm>
              <a:off x="5828021" y="4687297"/>
              <a:ext cx="66150" cy="66150"/>
            </a:xfrm>
            <a:prstGeom prst="ellipse">
              <a:avLst/>
            </a:prstGeom>
            <a:solidFill>
              <a:srgbClr val="EF7900">
                <a:alpha val="100000"/>
              </a:srgbClr>
            </a:solidFill>
            <a:ln w="9000" cap="rnd">
              <a:solidFill>
                <a:srgbClr val="EF79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" name="pt37"/>
            <p:cNvSpPr/>
            <p:nvPr/>
          </p:nvSpPr>
          <p:spPr>
            <a:xfrm>
              <a:off x="5235612" y="4529271"/>
              <a:ext cx="66150" cy="66150"/>
            </a:xfrm>
            <a:prstGeom prst="ellipse">
              <a:avLst/>
            </a:prstGeom>
            <a:solidFill>
              <a:srgbClr val="EF7900">
                <a:alpha val="100000"/>
              </a:srgbClr>
            </a:solidFill>
            <a:ln w="9000" cap="rnd">
              <a:solidFill>
                <a:srgbClr val="EF79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" name="pt38"/>
            <p:cNvSpPr/>
            <p:nvPr/>
          </p:nvSpPr>
          <p:spPr>
            <a:xfrm>
              <a:off x="5322731" y="4897998"/>
              <a:ext cx="66150" cy="66150"/>
            </a:xfrm>
            <a:prstGeom prst="ellipse">
              <a:avLst/>
            </a:prstGeom>
            <a:solidFill>
              <a:srgbClr val="EF7900">
                <a:alpha val="100000"/>
              </a:srgbClr>
            </a:solidFill>
            <a:ln w="9000" cap="rnd">
              <a:solidFill>
                <a:srgbClr val="EF79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" name="pt39"/>
            <p:cNvSpPr/>
            <p:nvPr/>
          </p:nvSpPr>
          <p:spPr>
            <a:xfrm>
              <a:off x="7884029" y="5740802"/>
              <a:ext cx="66150" cy="66150"/>
            </a:xfrm>
            <a:prstGeom prst="ellipse">
              <a:avLst/>
            </a:prstGeom>
            <a:solidFill>
              <a:srgbClr val="EF7900">
                <a:alpha val="100000"/>
              </a:srgbClr>
            </a:solidFill>
            <a:ln w="9000" cap="rnd">
              <a:solidFill>
                <a:srgbClr val="EF79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" name="pt40"/>
            <p:cNvSpPr/>
            <p:nvPr/>
          </p:nvSpPr>
          <p:spPr>
            <a:xfrm>
              <a:off x="8187203" y="5740802"/>
              <a:ext cx="66150" cy="66150"/>
            </a:xfrm>
            <a:prstGeom prst="ellipse">
              <a:avLst/>
            </a:prstGeom>
            <a:solidFill>
              <a:srgbClr val="EF7900">
                <a:alpha val="100000"/>
              </a:srgbClr>
            </a:solidFill>
            <a:ln w="9000" cap="rnd">
              <a:solidFill>
                <a:srgbClr val="EF79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" name="pt41"/>
            <p:cNvSpPr/>
            <p:nvPr/>
          </p:nvSpPr>
          <p:spPr>
            <a:xfrm>
              <a:off x="8049555" y="4985790"/>
              <a:ext cx="66150" cy="66150"/>
            </a:xfrm>
            <a:prstGeom prst="ellipse">
              <a:avLst/>
            </a:prstGeom>
            <a:solidFill>
              <a:srgbClr val="EF7900">
                <a:alpha val="100000"/>
              </a:srgbClr>
            </a:solidFill>
            <a:ln w="9000" cap="rnd">
              <a:solidFill>
                <a:srgbClr val="EF79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" name="pt42"/>
            <p:cNvSpPr/>
            <p:nvPr/>
          </p:nvSpPr>
          <p:spPr>
            <a:xfrm>
              <a:off x="2569772" y="1877950"/>
              <a:ext cx="66150" cy="66150"/>
            </a:xfrm>
            <a:prstGeom prst="ellipse">
              <a:avLst/>
            </a:prstGeom>
            <a:solidFill>
              <a:srgbClr val="EF7900">
                <a:alpha val="100000"/>
              </a:srgbClr>
            </a:solidFill>
            <a:ln w="9000" cap="rnd">
              <a:solidFill>
                <a:srgbClr val="EF79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" name="pt43"/>
            <p:cNvSpPr/>
            <p:nvPr/>
          </p:nvSpPr>
          <p:spPr>
            <a:xfrm>
              <a:off x="1550480" y="2229119"/>
              <a:ext cx="66150" cy="66150"/>
            </a:xfrm>
            <a:prstGeom prst="ellipse">
              <a:avLst/>
            </a:prstGeom>
            <a:solidFill>
              <a:srgbClr val="EF7900">
                <a:alpha val="100000"/>
              </a:srgbClr>
            </a:solidFill>
            <a:ln w="9000" cap="rnd">
              <a:solidFill>
                <a:srgbClr val="EF79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" name="pt44"/>
            <p:cNvSpPr/>
            <p:nvPr/>
          </p:nvSpPr>
          <p:spPr>
            <a:xfrm>
              <a:off x="1933803" y="1614574"/>
              <a:ext cx="66150" cy="66150"/>
            </a:xfrm>
            <a:prstGeom prst="ellipse">
              <a:avLst/>
            </a:prstGeom>
            <a:solidFill>
              <a:srgbClr val="EF7900">
                <a:alpha val="100000"/>
              </a:srgbClr>
            </a:solidFill>
            <a:ln w="9000" cap="rnd">
              <a:solidFill>
                <a:srgbClr val="EF79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" name="pt45"/>
            <p:cNvSpPr/>
            <p:nvPr/>
          </p:nvSpPr>
          <p:spPr>
            <a:xfrm>
              <a:off x="3031502" y="3791818"/>
              <a:ext cx="66150" cy="66150"/>
            </a:xfrm>
            <a:prstGeom prst="ellipse">
              <a:avLst/>
            </a:prstGeom>
            <a:solidFill>
              <a:srgbClr val="EF7900">
                <a:alpha val="100000"/>
              </a:srgbClr>
            </a:solidFill>
            <a:ln w="9000" cap="rnd">
              <a:solidFill>
                <a:srgbClr val="EF79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" name="pt46"/>
            <p:cNvSpPr/>
            <p:nvPr/>
          </p:nvSpPr>
          <p:spPr>
            <a:xfrm>
              <a:off x="4869713" y="4845323"/>
              <a:ext cx="66150" cy="66150"/>
            </a:xfrm>
            <a:prstGeom prst="ellipse">
              <a:avLst/>
            </a:prstGeom>
            <a:solidFill>
              <a:srgbClr val="EF7900">
                <a:alpha val="100000"/>
              </a:srgbClr>
            </a:solidFill>
            <a:ln w="9000" cap="rnd">
              <a:solidFill>
                <a:srgbClr val="EF79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" name="pt47"/>
            <p:cNvSpPr/>
            <p:nvPr/>
          </p:nvSpPr>
          <p:spPr>
            <a:xfrm>
              <a:off x="4721610" y="4897998"/>
              <a:ext cx="66150" cy="66150"/>
            </a:xfrm>
            <a:prstGeom prst="ellipse">
              <a:avLst/>
            </a:prstGeom>
            <a:solidFill>
              <a:srgbClr val="EF7900">
                <a:alpha val="100000"/>
              </a:srgbClr>
            </a:solidFill>
            <a:ln w="9000" cap="rnd">
              <a:solidFill>
                <a:srgbClr val="EF79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" name="pt48"/>
            <p:cNvSpPr/>
            <p:nvPr/>
          </p:nvSpPr>
          <p:spPr>
            <a:xfrm>
              <a:off x="5427274" y="5231608"/>
              <a:ext cx="66150" cy="66150"/>
            </a:xfrm>
            <a:prstGeom prst="ellipse">
              <a:avLst/>
            </a:prstGeom>
            <a:solidFill>
              <a:srgbClr val="EF7900">
                <a:alpha val="100000"/>
              </a:srgbClr>
            </a:solidFill>
            <a:ln w="9000" cap="rnd">
              <a:solidFill>
                <a:srgbClr val="EF79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" name="pt49"/>
            <p:cNvSpPr/>
            <p:nvPr/>
          </p:nvSpPr>
          <p:spPr>
            <a:xfrm>
              <a:off x="5435986" y="4195661"/>
              <a:ext cx="66150" cy="66150"/>
            </a:xfrm>
            <a:prstGeom prst="ellipse">
              <a:avLst/>
            </a:prstGeom>
            <a:solidFill>
              <a:srgbClr val="EF7900">
                <a:alpha val="100000"/>
              </a:srgbClr>
            </a:solidFill>
            <a:ln w="9000" cap="rnd">
              <a:solidFill>
                <a:srgbClr val="EF79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" name="pt50"/>
            <p:cNvSpPr/>
            <p:nvPr/>
          </p:nvSpPr>
          <p:spPr>
            <a:xfrm>
              <a:off x="2108041" y="2773429"/>
              <a:ext cx="66150" cy="66150"/>
            </a:xfrm>
            <a:prstGeom prst="ellipse">
              <a:avLst/>
            </a:prstGeom>
            <a:solidFill>
              <a:srgbClr val="EF7900">
                <a:alpha val="100000"/>
              </a:srgbClr>
            </a:solidFill>
            <a:ln w="9000" cap="rnd">
              <a:solidFill>
                <a:srgbClr val="EF79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" name="pt51"/>
            <p:cNvSpPr/>
            <p:nvPr/>
          </p:nvSpPr>
          <p:spPr>
            <a:xfrm>
              <a:off x="2465229" y="3001689"/>
              <a:ext cx="66150" cy="66150"/>
            </a:xfrm>
            <a:prstGeom prst="ellipse">
              <a:avLst/>
            </a:prstGeom>
            <a:solidFill>
              <a:srgbClr val="EF7900">
                <a:alpha val="100000"/>
              </a:srgbClr>
            </a:solidFill>
            <a:ln w="9000" cap="rnd">
              <a:solidFill>
                <a:srgbClr val="EF79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" name="pt52"/>
            <p:cNvSpPr/>
            <p:nvPr/>
          </p:nvSpPr>
          <p:spPr>
            <a:xfrm>
              <a:off x="1372757" y="2229119"/>
              <a:ext cx="66150" cy="66150"/>
            </a:xfrm>
            <a:prstGeom prst="ellipse">
              <a:avLst/>
            </a:prstGeom>
            <a:solidFill>
              <a:srgbClr val="EF7900">
                <a:alpha val="100000"/>
              </a:srgbClr>
            </a:solidFill>
            <a:ln w="9000" cap="rnd">
              <a:solidFill>
                <a:srgbClr val="EF79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" name="pt53"/>
            <p:cNvSpPr/>
            <p:nvPr/>
          </p:nvSpPr>
          <p:spPr>
            <a:xfrm>
              <a:off x="4259880" y="4792647"/>
              <a:ext cx="66150" cy="66150"/>
            </a:xfrm>
            <a:prstGeom prst="ellipse">
              <a:avLst/>
            </a:prstGeom>
            <a:solidFill>
              <a:srgbClr val="EF7900">
                <a:alpha val="100000"/>
              </a:srgbClr>
            </a:solidFill>
            <a:ln w="9000" cap="rnd">
              <a:solidFill>
                <a:srgbClr val="EF79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" name="pt54"/>
            <p:cNvSpPr/>
            <p:nvPr/>
          </p:nvSpPr>
          <p:spPr>
            <a:xfrm>
              <a:off x="3562928" y="4107869"/>
              <a:ext cx="66150" cy="66150"/>
            </a:xfrm>
            <a:prstGeom prst="ellipse">
              <a:avLst/>
            </a:prstGeom>
            <a:solidFill>
              <a:srgbClr val="EF7900">
                <a:alpha val="100000"/>
              </a:srgbClr>
            </a:solidFill>
            <a:ln w="9000" cap="rnd">
              <a:solidFill>
                <a:srgbClr val="EF79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" name="pt55"/>
            <p:cNvSpPr/>
            <p:nvPr/>
          </p:nvSpPr>
          <p:spPr>
            <a:xfrm>
              <a:off x="4956832" y="4933115"/>
              <a:ext cx="66150" cy="66150"/>
            </a:xfrm>
            <a:prstGeom prst="ellipse">
              <a:avLst/>
            </a:prstGeom>
            <a:solidFill>
              <a:srgbClr val="EF7900">
                <a:alpha val="100000"/>
              </a:srgbClr>
            </a:solidFill>
            <a:ln w="9000" cap="rnd">
              <a:solidFill>
                <a:srgbClr val="EF79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" name="pt56"/>
            <p:cNvSpPr/>
            <p:nvPr/>
          </p:nvSpPr>
          <p:spPr>
            <a:xfrm>
              <a:off x="3580352" y="3809376"/>
              <a:ext cx="66150" cy="66150"/>
            </a:xfrm>
            <a:prstGeom prst="ellipse">
              <a:avLst/>
            </a:prstGeom>
            <a:solidFill>
              <a:srgbClr val="EF7900">
                <a:alpha val="100000"/>
              </a:srgbClr>
            </a:solidFill>
            <a:ln w="9000" cap="rnd">
              <a:solidFill>
                <a:srgbClr val="EF79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" name="tx57"/>
            <p:cNvSpPr/>
            <p:nvPr/>
          </p:nvSpPr>
          <p:spPr>
            <a:xfrm>
              <a:off x="872818" y="5804563"/>
              <a:ext cx="129661" cy="7909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Avenir Next"/>
                  <a:cs typeface="Avenir Next"/>
                </a:rPr>
                <a:t>10</a:t>
              </a:r>
            </a:p>
          </p:txBody>
        </p:sp>
        <p:sp>
          <p:nvSpPr>
            <p:cNvPr id="59" name="tx58"/>
            <p:cNvSpPr/>
            <p:nvPr/>
          </p:nvSpPr>
          <p:spPr>
            <a:xfrm>
              <a:off x="872818" y="4926642"/>
              <a:ext cx="129661" cy="7909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Avenir Next"/>
                  <a:cs typeface="Avenir Next"/>
                </a:rPr>
                <a:t>15</a:t>
              </a:r>
            </a:p>
          </p:txBody>
        </p:sp>
        <p:sp>
          <p:nvSpPr>
            <p:cNvPr id="60" name="tx59"/>
            <p:cNvSpPr/>
            <p:nvPr/>
          </p:nvSpPr>
          <p:spPr>
            <a:xfrm>
              <a:off x="872818" y="4048721"/>
              <a:ext cx="129661" cy="7909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Avenir Next"/>
                  <a:cs typeface="Avenir Next"/>
                </a:rPr>
                <a:t>20</a:t>
              </a:r>
            </a:p>
          </p:txBody>
        </p:sp>
        <p:sp>
          <p:nvSpPr>
            <p:cNvPr id="61" name="tx60"/>
            <p:cNvSpPr/>
            <p:nvPr/>
          </p:nvSpPr>
          <p:spPr>
            <a:xfrm>
              <a:off x="872818" y="3170800"/>
              <a:ext cx="129661" cy="7909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Avenir Next"/>
                  <a:cs typeface="Avenir Next"/>
                </a:rPr>
                <a:t>25</a:t>
              </a:r>
            </a:p>
          </p:txBody>
        </p:sp>
        <p:sp>
          <p:nvSpPr>
            <p:cNvPr id="62" name="tx61"/>
            <p:cNvSpPr/>
            <p:nvPr/>
          </p:nvSpPr>
          <p:spPr>
            <a:xfrm>
              <a:off x="872818" y="2292879"/>
              <a:ext cx="129661" cy="7909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Avenir Next"/>
                  <a:cs typeface="Avenir Next"/>
                </a:rPr>
                <a:t>30</a:t>
              </a:r>
            </a:p>
          </p:txBody>
        </p:sp>
        <p:sp>
          <p:nvSpPr>
            <p:cNvPr id="63" name="tx62"/>
            <p:cNvSpPr/>
            <p:nvPr/>
          </p:nvSpPr>
          <p:spPr>
            <a:xfrm>
              <a:off x="872818" y="1414959"/>
              <a:ext cx="129661" cy="7909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Avenir Next"/>
                  <a:cs typeface="Avenir Next"/>
                </a:rPr>
                <a:t>35</a:t>
              </a:r>
            </a:p>
          </p:txBody>
        </p:sp>
        <p:sp>
          <p:nvSpPr>
            <p:cNvPr id="64" name="pl63"/>
            <p:cNvSpPr/>
            <p:nvPr/>
          </p:nvSpPr>
          <p:spPr>
            <a:xfrm>
              <a:off x="1030315" y="5844110"/>
              <a:ext cx="34794" cy="0"/>
            </a:xfrm>
            <a:custGeom>
              <a:avLst/>
              <a:pathLst>
                <a:path w="34794" h="0">
                  <a:moveTo>
                    <a:pt x="0" y="0"/>
                  </a:moveTo>
                  <a:lnTo>
                    <a:pt x="34794" y="0"/>
                  </a:lnTo>
                </a:path>
              </a:pathLst>
            </a:custGeom>
            <a:ln w="13550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" name="pl64"/>
            <p:cNvSpPr/>
            <p:nvPr/>
          </p:nvSpPr>
          <p:spPr>
            <a:xfrm>
              <a:off x="1030315" y="4966190"/>
              <a:ext cx="34794" cy="0"/>
            </a:xfrm>
            <a:custGeom>
              <a:avLst/>
              <a:pathLst>
                <a:path w="34794" h="0">
                  <a:moveTo>
                    <a:pt x="0" y="0"/>
                  </a:moveTo>
                  <a:lnTo>
                    <a:pt x="34794" y="0"/>
                  </a:lnTo>
                </a:path>
              </a:pathLst>
            </a:custGeom>
            <a:ln w="13550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" name="pl65"/>
            <p:cNvSpPr/>
            <p:nvPr/>
          </p:nvSpPr>
          <p:spPr>
            <a:xfrm>
              <a:off x="1030315" y="4088269"/>
              <a:ext cx="34794" cy="0"/>
            </a:xfrm>
            <a:custGeom>
              <a:avLst/>
              <a:pathLst>
                <a:path w="34794" h="0">
                  <a:moveTo>
                    <a:pt x="0" y="0"/>
                  </a:moveTo>
                  <a:lnTo>
                    <a:pt x="34794" y="0"/>
                  </a:lnTo>
                </a:path>
              </a:pathLst>
            </a:custGeom>
            <a:ln w="13550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" name="pl66"/>
            <p:cNvSpPr/>
            <p:nvPr/>
          </p:nvSpPr>
          <p:spPr>
            <a:xfrm>
              <a:off x="1030315" y="3210348"/>
              <a:ext cx="34794" cy="0"/>
            </a:xfrm>
            <a:custGeom>
              <a:avLst/>
              <a:pathLst>
                <a:path w="34794" h="0">
                  <a:moveTo>
                    <a:pt x="0" y="0"/>
                  </a:moveTo>
                  <a:lnTo>
                    <a:pt x="34794" y="0"/>
                  </a:lnTo>
                </a:path>
              </a:pathLst>
            </a:custGeom>
            <a:ln w="13550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" name="pl67"/>
            <p:cNvSpPr/>
            <p:nvPr/>
          </p:nvSpPr>
          <p:spPr>
            <a:xfrm>
              <a:off x="1030315" y="2332427"/>
              <a:ext cx="34794" cy="0"/>
            </a:xfrm>
            <a:custGeom>
              <a:avLst/>
              <a:pathLst>
                <a:path w="34794" h="0">
                  <a:moveTo>
                    <a:pt x="0" y="0"/>
                  </a:moveTo>
                  <a:lnTo>
                    <a:pt x="34794" y="0"/>
                  </a:lnTo>
                </a:path>
              </a:pathLst>
            </a:custGeom>
            <a:ln w="13550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" name="pl68"/>
            <p:cNvSpPr/>
            <p:nvPr/>
          </p:nvSpPr>
          <p:spPr>
            <a:xfrm>
              <a:off x="1030315" y="1454506"/>
              <a:ext cx="34794" cy="0"/>
            </a:xfrm>
            <a:custGeom>
              <a:avLst/>
              <a:pathLst>
                <a:path w="34794" h="0">
                  <a:moveTo>
                    <a:pt x="0" y="0"/>
                  </a:moveTo>
                  <a:lnTo>
                    <a:pt x="34794" y="0"/>
                  </a:lnTo>
                </a:path>
              </a:pathLst>
            </a:custGeom>
            <a:ln w="13550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" name="pl69"/>
            <p:cNvSpPr/>
            <p:nvPr/>
          </p:nvSpPr>
          <p:spPr>
            <a:xfrm>
              <a:off x="2254371" y="5980188"/>
              <a:ext cx="0" cy="34794"/>
            </a:xfrm>
            <a:custGeom>
              <a:avLst/>
              <a:pathLst>
                <a:path w="0" h="34794">
                  <a:moveTo>
                    <a:pt x="0" y="34794"/>
                  </a:moveTo>
                  <a:lnTo>
                    <a:pt x="0" y="0"/>
                  </a:lnTo>
                </a:path>
              </a:pathLst>
            </a:custGeom>
            <a:ln w="13550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" name="pl70"/>
            <p:cNvSpPr/>
            <p:nvPr/>
          </p:nvSpPr>
          <p:spPr>
            <a:xfrm>
              <a:off x="3996750" y="5980188"/>
              <a:ext cx="0" cy="34794"/>
            </a:xfrm>
            <a:custGeom>
              <a:avLst/>
              <a:pathLst>
                <a:path w="0" h="34794">
                  <a:moveTo>
                    <a:pt x="0" y="34794"/>
                  </a:moveTo>
                  <a:lnTo>
                    <a:pt x="0" y="0"/>
                  </a:lnTo>
                </a:path>
              </a:pathLst>
            </a:custGeom>
            <a:ln w="13550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" name="pl71"/>
            <p:cNvSpPr/>
            <p:nvPr/>
          </p:nvSpPr>
          <p:spPr>
            <a:xfrm>
              <a:off x="5739130" y="5980188"/>
              <a:ext cx="0" cy="34794"/>
            </a:xfrm>
            <a:custGeom>
              <a:avLst/>
              <a:pathLst>
                <a:path w="0" h="34794">
                  <a:moveTo>
                    <a:pt x="0" y="34794"/>
                  </a:moveTo>
                  <a:lnTo>
                    <a:pt x="0" y="0"/>
                  </a:lnTo>
                </a:path>
              </a:pathLst>
            </a:custGeom>
            <a:ln w="13550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" name="pl72"/>
            <p:cNvSpPr/>
            <p:nvPr/>
          </p:nvSpPr>
          <p:spPr>
            <a:xfrm>
              <a:off x="7481509" y="5980188"/>
              <a:ext cx="0" cy="34794"/>
            </a:xfrm>
            <a:custGeom>
              <a:avLst/>
              <a:pathLst>
                <a:path w="0" h="34794">
                  <a:moveTo>
                    <a:pt x="0" y="34794"/>
                  </a:moveTo>
                  <a:lnTo>
                    <a:pt x="0" y="0"/>
                  </a:lnTo>
                </a:path>
              </a:pathLst>
            </a:custGeom>
            <a:ln w="13550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" name="tx73"/>
            <p:cNvSpPr/>
            <p:nvPr/>
          </p:nvSpPr>
          <p:spPr>
            <a:xfrm>
              <a:off x="2221956" y="6042818"/>
              <a:ext cx="64830" cy="7909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Avenir Next"/>
                  <a:cs typeface="Avenir Next"/>
                </a:rPr>
                <a:t>2</a:t>
              </a:r>
            </a:p>
          </p:txBody>
        </p:sp>
        <p:sp>
          <p:nvSpPr>
            <p:cNvPr id="75" name="tx74"/>
            <p:cNvSpPr/>
            <p:nvPr/>
          </p:nvSpPr>
          <p:spPr>
            <a:xfrm>
              <a:off x="3964335" y="6042818"/>
              <a:ext cx="64830" cy="7909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Avenir Next"/>
                  <a:cs typeface="Avenir Next"/>
                </a:rPr>
                <a:t>3</a:t>
              </a:r>
            </a:p>
          </p:txBody>
        </p:sp>
        <p:sp>
          <p:nvSpPr>
            <p:cNvPr id="76" name="tx75"/>
            <p:cNvSpPr/>
            <p:nvPr/>
          </p:nvSpPr>
          <p:spPr>
            <a:xfrm>
              <a:off x="5706714" y="6042818"/>
              <a:ext cx="64830" cy="7909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Avenir Next"/>
                  <a:cs typeface="Avenir Next"/>
                </a:rPr>
                <a:t>4</a:t>
              </a:r>
            </a:p>
          </p:txBody>
        </p:sp>
        <p:sp>
          <p:nvSpPr>
            <p:cNvPr id="77" name="tx76"/>
            <p:cNvSpPr/>
            <p:nvPr/>
          </p:nvSpPr>
          <p:spPr>
            <a:xfrm>
              <a:off x="7449094" y="6042818"/>
              <a:ext cx="64830" cy="7909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Avenir Next"/>
                  <a:cs typeface="Avenir Next"/>
                </a:rPr>
                <a:t>5</a:t>
              </a:r>
            </a:p>
          </p:txBody>
        </p:sp>
        <p:sp>
          <p:nvSpPr>
            <p:cNvPr id="78" name="tx77"/>
            <p:cNvSpPr/>
            <p:nvPr/>
          </p:nvSpPr>
          <p:spPr>
            <a:xfrm>
              <a:off x="4738806" y="6181489"/>
              <a:ext cx="148498" cy="9893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Avenir Next"/>
                  <a:cs typeface="Avenir Next"/>
                </a:rPr>
                <a:t>wt</a:t>
              </a:r>
            </a:p>
          </p:txBody>
        </p:sp>
        <p:sp>
          <p:nvSpPr>
            <p:cNvPr id="79" name="tx78"/>
            <p:cNvSpPr/>
            <p:nvPr/>
          </p:nvSpPr>
          <p:spPr>
            <a:xfrm rot="-5400000">
              <a:off x="607457" y="3661294"/>
              <a:ext cx="300380" cy="9893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Avenir Next"/>
                  <a:cs typeface="Avenir Next"/>
                </a:rPr>
                <a:t>mpg</a:t>
              </a:r>
            </a:p>
          </p:txBody>
        </p:sp>
      </p:grpSp>
      <p:sp>
        <p:nvSpPr>
          <p:cNvPr id="80" name="Title 1"/>
          <p:cNvSpPr>
            <a:spLocks noGrp="1"/>
          </p:cNvSpPr>
          <p:nvPr>
            <p:ph type="title" hasCustomPrompt="1"/>
          </p:nvPr>
        </p:nvSpPr>
        <p:spPr>
          <a:xfrm>
            <a:off x="641652" y="198782"/>
            <a:ext cx="6487202" cy="620562"/>
          </a:xfrm>
        </p:spPr>
        <p:txBody>
          <a:bodyPr/>
          <a:lstStyle/>
          <a:p>
            <a:r>
              <a:rPr/>
              <a:t>My title</a:t>
            </a:r>
          </a:p>
        </p:txBody>
      </p:sp>
      <p:sp>
        <p:nvSpPr>
          <p:cNvPr id="81" name="Caption Placeholder 1"/>
          <p:cNvSpPr>
            <a:spLocks noGrp="1"/>
          </p:cNvSpPr>
          <p:nvPr>
            <p:ph type="body" sz="quarter" idx="10"/>
          </p:nvPr>
        </p:nvSpPr>
        <p:spPr>
          <a:xfrm>
            <a:off x="639115" y="6525074"/>
            <a:ext cx="7991475" cy="268287"/>
          </a:xfrm>
        </p:spPr>
        <p:txBody>
          <a:bodyPr/>
          <a:lstStyle/>
          <a:p>
            <a:r>
              <a:rPr/>
              <a:t>Notes: notes. 
Source: source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 Them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 Them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 Them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Theme">
  <a:themeElements>
    <a:clrScheme name="Office Them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 Them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 Them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46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3" baseType="lpstr">
      <vt:lpstr>Arial</vt:lpstr>
      <vt:lpstr>Calibri</vt:lpstr>
      <vt:lpstr>Office Theme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>PowerPoint Presentation</dc:title>
  <dc:creator>Matt Cowgill</dc:creator>
  <cp:lastModifiedBy>mbbowes</cp:lastModifiedBy>
  <cp:revision>32</cp:revision>
  <dcterms:created xsi:type="dcterms:W3CDTF">2019-02-12T04:35:04Z</dcterms:created>
  <dcterms:modified xsi:type="dcterms:W3CDTF">2026-01-13T10:34:21Z</dcterms:modified>
</cp:coreProperties>
</file>