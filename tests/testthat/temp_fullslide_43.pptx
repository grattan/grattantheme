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5110" y="1441338"/>
              <a:ext cx="7495890" cy="4538850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5110" y="540515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5110" y="4527229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5110" y="364930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5110" y="277138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5110" y="1893467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8318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556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794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1032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699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5110" y="584411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5110" y="496619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5110" y="4088269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5110" y="321034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5110" y="2332427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5110" y="1454506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437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675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3913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1509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301571" y="387961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5878" y="387961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78857" y="3563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8287" y="38093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30322" y="42834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5170" y="43888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6832" y="50560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4728" y="32826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5032" y="3563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30322" y="41956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30322" y="44414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8021" y="46872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5612" y="45292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2731" y="4897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4029" y="5740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203" y="5740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555" y="49857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69772" y="18779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50480" y="222911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3803" y="161457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31502" y="37918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69713" y="48453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21610" y="4897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7274" y="523160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5986" y="41956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8041" y="277342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5229" y="30016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72757" y="222911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59880" y="479264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2928" y="410786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6832" y="493311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80352" y="38093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2818" y="580456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2818" y="4926642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2818" y="4048721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2818" y="317080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2818" y="229287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2818" y="141495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30315" y="584411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30315" y="496619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30315" y="408826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30315" y="321034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30315" y="23324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30315" y="145450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4371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6750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39130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1509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21956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4335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6714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9094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38806" y="6181489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07457" y="3661294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2025-12-16T09:42:10Z</dcterms:modified>
</cp:coreProperties>
</file>