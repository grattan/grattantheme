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
notes.
Source:
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2026-07-14T15:25:45Z</dcterms:modified>
</cp:coreProperties>
</file>