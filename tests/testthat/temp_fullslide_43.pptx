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1087" y="1441338"/>
              <a:ext cx="7499913" cy="4536564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1087" y="540315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1087" y="4525675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1087" y="364819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1087" y="277071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1087" y="1893239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79329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264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5958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09273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587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1087" y="5841893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1087" y="4964414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1087" y="4086936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1087" y="3209457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1087" y="2331978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1087" y="1454500"/>
              <a:ext cx="7499913" cy="0"/>
            </a:xfrm>
            <a:custGeom>
              <a:avLst/>
              <a:pathLst>
                <a:path w="7499913" h="0">
                  <a:moveTo>
                    <a:pt x="0" y="0"/>
                  </a:moveTo>
                  <a:lnTo>
                    <a:pt x="7499913" y="0"/>
                  </a:lnTo>
                  <a:lnTo>
                    <a:pt x="7499913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0986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4301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7615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0930" y="1441338"/>
              <a:ext cx="0" cy="4536564"/>
            </a:xfrm>
            <a:custGeom>
              <a:avLst/>
              <a:pathLst>
                <a:path w="0" h="4536564">
                  <a:moveTo>
                    <a:pt x="0" y="453656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298766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3311" y="38783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5772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6038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28284" y="42820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3150" y="43873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4915" y="50541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2455" y="32816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2723" y="3562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28284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28284" y="4439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6572" y="4685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3845" y="45276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1011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3684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020" y="5738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298" y="49839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6574" y="18777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46735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0264" y="1614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28552" y="37906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7749" y="4843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19567" y="48962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5610" y="5229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4326" y="41942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4596" y="27727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1975" y="300088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68917" y="22287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7589" y="47909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0263" y="4106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4915" y="49313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77696" y="380816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4098" y="580184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4098" y="492436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4098" y="404688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4098" y="316940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4098" y="229192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4098" y="141444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26292" y="584189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26292" y="496441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26292" y="4086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26292" y="32094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26292" y="233197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26292" y="14545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0986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4301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7615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0930" y="597790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1989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3211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526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840" y="60405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41229" y="6180208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22362" y="3659511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2025-12-03T15:59:10Z</dcterms:modified>
</cp:coreProperties>
</file>