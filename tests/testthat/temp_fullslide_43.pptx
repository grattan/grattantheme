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1087" y="1441338"/>
              <a:ext cx="7499913" cy="4536564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1087" y="540315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1087" y="4525675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1087" y="364819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1087" y="277071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1087" y="1893239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79329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264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5958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27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587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1087" y="5841893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1087" y="496441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1087" y="408693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1087" y="3209457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1087" y="233197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1087" y="1454500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0986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4301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7615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0930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298766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3311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5772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6038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8284" y="42820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3150" y="43873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4915" y="50541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2455" y="32816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2723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8284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8284" y="4439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6572" y="4685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3845" y="4527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1011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684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020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298" y="49839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6574" y="18777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6735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0264" y="1614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8552" y="37906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7749" y="4843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19567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5610" y="5229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4326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4596" y="27727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1975" y="30008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68917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7589" y="47909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0263" y="4106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4915" y="49313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7696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4098" y="580184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4098" y="492436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4098" y="404688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4098" y="316940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4098" y="229192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4098" y="141444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6292" y="58418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6292" y="49644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6292" y="4086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6292" y="32094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6292" y="23319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6292" y="1454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0986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4301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7615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0930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1989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211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52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840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1229" y="6180208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22362" y="3659511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2025-12-15T14:18:06Z</dcterms:modified>
</cp:coreProperties>
</file>