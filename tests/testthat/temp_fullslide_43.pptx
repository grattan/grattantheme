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1087" y="1441338"/>
              <a:ext cx="7499913" cy="4536564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1087" y="5403154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1087" y="4525675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1087" y="3648196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1087" y="2770718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1087" y="1893239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79329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2643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5958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273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587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1087" y="5841893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1087" y="4964414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1087" y="4086936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1087" y="3209457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1087" y="2331978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1087" y="1454500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0986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4301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7615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0930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298766" y="38783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3311" y="38783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5772" y="3562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6038" y="380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8284" y="42820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3150" y="43873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4915" y="50541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2455" y="32816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2723" y="3562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8284" y="41942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8284" y="443995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6572" y="4685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3845" y="45276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1011" y="48962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684" y="5738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020" y="5738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298" y="49839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6574" y="18777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6735" y="22287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0264" y="16144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28552" y="37906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7749" y="4843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19567" y="48962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5610" y="5229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4326" y="41942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4596" y="27727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1975" y="30008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68917" y="22287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7589" y="47909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0263" y="4106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4915" y="49313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7696" y="380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4098" y="580184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4098" y="492436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4098" y="404688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4098" y="316940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4098" y="229192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4098" y="141444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6292" y="584189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6292" y="49644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6292" y="40869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6292" y="32094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6292" y="23319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6292" y="14545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0986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4301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7615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0930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19896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211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526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840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41229" y="6180208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22362" y="3659511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2025-12-03T11:45:45Z</dcterms:modified>
</cp:coreProperties>
</file>